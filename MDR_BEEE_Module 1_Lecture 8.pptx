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02" r:id="rId2"/>
    <p:sldId id="303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30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2" autoAdjust="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1A4076-2BA5-46A1-A719-94934BB4FD81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6EC73-147B-4744-A753-9FC2A2911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28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9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86EC73-147B-4744-A753-9FC2A29117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13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4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9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7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7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9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7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52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7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05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800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5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1613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0662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1: Fundamentals of Electrical Circuits</a:t>
            </a:r>
          </a:p>
          <a:p>
            <a:pPr algn="ctr"/>
            <a:endParaRPr lang="en-I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FFFF00"/>
                </a:solidFill>
                <a:latin typeface="Arial" panose="020B0604020202020204" pitchFamily="34" charset="0"/>
              </a:rPr>
              <a:t>Lecture 8:</a:t>
            </a:r>
            <a:r>
              <a:rPr lang="en-IN" sz="3600" b="1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algn="ctr" defTabSz="457200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Network Theorems: Superposition Theorem</a:t>
            </a:r>
            <a:endParaRPr lang="en-IN" sz="40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9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53001D-CF2D-5277-24F8-1C3431506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657225"/>
            <a:ext cx="1074420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2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7473D-28D3-E1E4-0709-903AAD958C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986"/>
          <a:stretch/>
        </p:blipFill>
        <p:spPr>
          <a:xfrm>
            <a:off x="723900" y="633413"/>
            <a:ext cx="10744200" cy="13985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09F7B2-A6DD-14F4-889D-A5B5979CAF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14" b="35009"/>
          <a:stretch/>
        </p:blipFill>
        <p:spPr>
          <a:xfrm>
            <a:off x="723900" y="2032001"/>
            <a:ext cx="10744200" cy="2235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5C9E9B-418A-DA91-1AB7-5DEE13AD82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991"/>
          <a:stretch/>
        </p:blipFill>
        <p:spPr>
          <a:xfrm>
            <a:off x="723900" y="4267200"/>
            <a:ext cx="10744200" cy="195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39BD9F-76B2-354D-6C7A-261A3504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671512"/>
            <a:ext cx="1077277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54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1DCE02-1C9F-778A-AEEE-C0C8ECE68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685800"/>
            <a:ext cx="101536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61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894687-CCE4-54A4-527C-15A320C846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439"/>
          <a:stretch/>
        </p:blipFill>
        <p:spPr>
          <a:xfrm>
            <a:off x="975360" y="0"/>
            <a:ext cx="10241280" cy="804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F4EC57-31B4-7AED-E86A-5E06AE1292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240"/>
          <a:stretch/>
        </p:blipFill>
        <p:spPr>
          <a:xfrm>
            <a:off x="975360" y="787747"/>
            <a:ext cx="10241280" cy="11372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143F5-5E99-EF48-4648-C7F536D0A6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61" r="59743" b="52533"/>
          <a:stretch/>
        </p:blipFill>
        <p:spPr>
          <a:xfrm>
            <a:off x="975360" y="1846074"/>
            <a:ext cx="4122851" cy="2235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FE5CCE-B710-64B0-317D-BE675594C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467" r="59743" b="17760"/>
          <a:stretch/>
        </p:blipFill>
        <p:spPr>
          <a:xfrm>
            <a:off x="975360" y="3929665"/>
            <a:ext cx="4122849" cy="2226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A657DA-B888-4409-DEBD-46E780ED1D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257" t="12561" b="52533"/>
          <a:stretch/>
        </p:blipFill>
        <p:spPr>
          <a:xfrm>
            <a:off x="5098210" y="1846074"/>
            <a:ext cx="6118429" cy="22352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1BEF1A-167C-629F-8C97-6AF4491D96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257" t="47467" b="17760"/>
          <a:stretch/>
        </p:blipFill>
        <p:spPr>
          <a:xfrm>
            <a:off x="5098208" y="3929665"/>
            <a:ext cx="6118431" cy="222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7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6F06A-A216-593A-F9D3-37E0B0C20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885825"/>
            <a:ext cx="104584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9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EAFBC-7F81-A185-A23F-8E52439E6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547687"/>
            <a:ext cx="102965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67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B13668-D018-321E-DB38-7AE9A0AE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647700"/>
            <a:ext cx="104013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45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2999A-B538-F8E1-C12F-3D1B8B8C4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2" y="638175"/>
            <a:ext cx="1039177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81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0F539C2-C62D-9590-F532-834AB5F40816}"/>
              </a:ext>
            </a:extLst>
          </p:cNvPr>
          <p:cNvGrpSpPr/>
          <p:nvPr/>
        </p:nvGrpSpPr>
        <p:grpSpPr>
          <a:xfrm>
            <a:off x="747712" y="1820333"/>
            <a:ext cx="5802578" cy="4470929"/>
            <a:chOff x="747712" y="1820333"/>
            <a:chExt cx="5802578" cy="44709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721EDC8-FBD6-3B9B-5935-EF57ED0480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" t="21898" r="47150"/>
            <a:stretch/>
          </p:blipFill>
          <p:spPr>
            <a:xfrm>
              <a:off x="747712" y="1820333"/>
              <a:ext cx="5653088" cy="4470929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4D31BB3-A921-593B-CA02-F5AC5EEFFB36}"/>
                </a:ext>
              </a:extLst>
            </p:cNvPr>
            <p:cNvSpPr/>
            <p:nvPr/>
          </p:nvSpPr>
          <p:spPr>
            <a:xfrm>
              <a:off x="5830623" y="2768600"/>
              <a:ext cx="719667" cy="33612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65054D8-01A6-B94C-245F-3B66DF89EE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654" t="33583"/>
          <a:stretch/>
        </p:blipFill>
        <p:spPr>
          <a:xfrm>
            <a:off x="6699780" y="1710267"/>
            <a:ext cx="5492220" cy="38020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E0F448-2E5C-0B28-3514-79031BEA70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101"/>
          <a:stretch/>
        </p:blipFill>
        <p:spPr>
          <a:xfrm>
            <a:off x="819678" y="232304"/>
            <a:ext cx="10696575" cy="125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4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18B988-790A-1996-DFFD-144B22096E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383"/>
          <a:stretch/>
        </p:blipFill>
        <p:spPr>
          <a:xfrm>
            <a:off x="795337" y="152932"/>
            <a:ext cx="10601325" cy="1176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B33E3D-B625-F220-D24B-868D3F4B2B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174" r="56150" b="32341"/>
          <a:stretch/>
        </p:blipFill>
        <p:spPr>
          <a:xfrm>
            <a:off x="795336" y="3039533"/>
            <a:ext cx="4648730" cy="1397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1717F4-1748-06D3-525E-627C9829F4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54" t="33583"/>
          <a:stretch/>
        </p:blipFill>
        <p:spPr>
          <a:xfrm>
            <a:off x="6437842" y="2607732"/>
            <a:ext cx="5492220" cy="3802062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41277E4-6569-9BBD-8D7D-FBAAE8F4F3DC}"/>
              </a:ext>
            </a:extLst>
          </p:cNvPr>
          <p:cNvGrpSpPr/>
          <p:nvPr/>
        </p:nvGrpSpPr>
        <p:grpSpPr>
          <a:xfrm>
            <a:off x="795336" y="1634067"/>
            <a:ext cx="10601325" cy="668867"/>
            <a:chOff x="795336" y="1752600"/>
            <a:chExt cx="10601325" cy="66886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496B24C-BBDC-7CE3-A81F-B075857E3C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0618" b="67659"/>
            <a:stretch/>
          </p:blipFill>
          <p:spPr>
            <a:xfrm>
              <a:off x="795336" y="1752600"/>
              <a:ext cx="10601325" cy="66886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BBFAE2-CAFF-5295-CC39-008D8894D6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73878" t="20618" r="23726" b="67659"/>
            <a:stretch/>
          </p:blipFill>
          <p:spPr>
            <a:xfrm>
              <a:off x="6310842" y="1752600"/>
              <a:ext cx="254000" cy="6688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127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2E6ADA-0DF6-957A-5552-B29F1BF1C4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8216"/>
          <a:stretch/>
        </p:blipFill>
        <p:spPr>
          <a:xfrm>
            <a:off x="766762" y="25396"/>
            <a:ext cx="10658475" cy="12615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99F526-41F4-A3C9-58C2-0F02280E70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83" r="53257"/>
          <a:stretch/>
        </p:blipFill>
        <p:spPr>
          <a:xfrm>
            <a:off x="766762" y="1549398"/>
            <a:ext cx="4982105" cy="4529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C5B774-3B24-E25C-3364-6C98BC2FED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43" t="21783"/>
          <a:stretch/>
        </p:blipFill>
        <p:spPr>
          <a:xfrm>
            <a:off x="5748867" y="1549398"/>
            <a:ext cx="5676370" cy="452966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4B2D11E-578F-6A31-0FAB-526DB113FF20}"/>
              </a:ext>
            </a:extLst>
          </p:cNvPr>
          <p:cNvSpPr/>
          <p:nvPr/>
        </p:nvSpPr>
        <p:spPr>
          <a:xfrm>
            <a:off x="10574867" y="5960533"/>
            <a:ext cx="338666" cy="25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5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7D808-0E4F-6B13-ED16-BEFE9BAF44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342"/>
          <a:stretch/>
        </p:blipFill>
        <p:spPr>
          <a:xfrm>
            <a:off x="771525" y="92605"/>
            <a:ext cx="10648950" cy="6101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771629-8466-426C-34EF-368C2D1126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58"/>
          <a:stretch/>
        </p:blipFill>
        <p:spPr>
          <a:xfrm>
            <a:off x="771525" y="1041400"/>
            <a:ext cx="10648950" cy="511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5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7B09A3-36BC-77F1-C17D-8B21FD4FA9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94" b="75401"/>
          <a:stretch/>
        </p:blipFill>
        <p:spPr>
          <a:xfrm>
            <a:off x="176212" y="1020762"/>
            <a:ext cx="11881774" cy="6387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96D6BD-9AC5-3B39-3346-8EEB5991DD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5706"/>
          <a:stretch/>
        </p:blipFill>
        <p:spPr>
          <a:xfrm>
            <a:off x="709612" y="0"/>
            <a:ext cx="10772775" cy="803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9CF21-E81C-AE56-2597-2B7A930864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599"/>
          <a:stretch/>
        </p:blipFill>
        <p:spPr>
          <a:xfrm>
            <a:off x="176212" y="1659467"/>
            <a:ext cx="11881774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8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27061-A82E-9F03-3C50-021A1B1D7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" y="171979"/>
            <a:ext cx="106394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59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EE1C282-8126-DDFE-1F99-3FDC1ED69629}"/>
              </a:ext>
            </a:extLst>
          </p:cNvPr>
          <p:cNvGrpSpPr/>
          <p:nvPr/>
        </p:nvGrpSpPr>
        <p:grpSpPr>
          <a:xfrm>
            <a:off x="738187" y="3759199"/>
            <a:ext cx="10715625" cy="2328333"/>
            <a:chOff x="738187" y="3759199"/>
            <a:chExt cx="10715625" cy="23283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F0D8780-B0D0-9535-C39B-1C9C266816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9795"/>
            <a:stretch/>
          </p:blipFill>
          <p:spPr>
            <a:xfrm>
              <a:off x="738187" y="3759199"/>
              <a:ext cx="10715625" cy="232833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963B9D-1088-071E-0920-3C58042ACB00}"/>
                </a:ext>
              </a:extLst>
            </p:cNvPr>
            <p:cNvSpPr/>
            <p:nvPr/>
          </p:nvSpPr>
          <p:spPr>
            <a:xfrm>
              <a:off x="738187" y="4588933"/>
              <a:ext cx="5196946" cy="13885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935203B-53AC-32A7-D090-5988738074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912"/>
          <a:stretch/>
        </p:blipFill>
        <p:spPr>
          <a:xfrm>
            <a:off x="738187" y="296333"/>
            <a:ext cx="10715625" cy="584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FB12EC-FF58-08AF-9148-F2CD1730BE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773" t="24415" b="40205"/>
          <a:stretch/>
        </p:blipFill>
        <p:spPr>
          <a:xfrm>
            <a:off x="7357533" y="1710267"/>
            <a:ext cx="4096279" cy="2048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FB3F40-409C-E45D-23CE-172E7C64FF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953" r="51501"/>
          <a:stretch/>
        </p:blipFill>
        <p:spPr>
          <a:xfrm>
            <a:off x="738188" y="4521200"/>
            <a:ext cx="5196946" cy="15663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5D4EF6-9597-7D87-56B7-FFE405A44939}"/>
              </a:ext>
            </a:extLst>
          </p:cNvPr>
          <p:cNvSpPr/>
          <p:nvPr/>
        </p:nvSpPr>
        <p:spPr>
          <a:xfrm>
            <a:off x="7357533" y="1566333"/>
            <a:ext cx="1337734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1E9A00-F92C-44CE-C454-78143025A6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88" b="71492"/>
          <a:stretch/>
        </p:blipFill>
        <p:spPr>
          <a:xfrm>
            <a:off x="738187" y="880534"/>
            <a:ext cx="10715625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FD7C2E-54B0-3C8D-0A02-6BADBFDDA7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09" r="48341" b="40205"/>
          <a:stretch/>
        </p:blipFill>
        <p:spPr>
          <a:xfrm>
            <a:off x="738187" y="1947333"/>
            <a:ext cx="5535613" cy="181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13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949EF-D38A-D565-D585-B1DB9F0763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488"/>
          <a:stretch/>
        </p:blipFill>
        <p:spPr>
          <a:xfrm>
            <a:off x="742950" y="0"/>
            <a:ext cx="10706100" cy="668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FE549C-7735-6FC9-B89B-C6AB723912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12" b="48269"/>
          <a:stretch/>
        </p:blipFill>
        <p:spPr>
          <a:xfrm>
            <a:off x="742950" y="1066797"/>
            <a:ext cx="10706100" cy="23368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21FAE6-6F5A-B693-C24C-1040EDFE4C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730"/>
          <a:stretch/>
        </p:blipFill>
        <p:spPr>
          <a:xfrm>
            <a:off x="742950" y="3496733"/>
            <a:ext cx="10706100" cy="280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2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1E775E-F997-296C-4C6D-0BDC216B5A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7750"/>
          <a:stretch/>
        </p:blipFill>
        <p:spPr>
          <a:xfrm>
            <a:off x="738187" y="0"/>
            <a:ext cx="10715625" cy="6942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E1D5B-2B36-E82B-DFCC-F519B3584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50" b="50999"/>
          <a:stretch/>
        </p:blipFill>
        <p:spPr>
          <a:xfrm>
            <a:off x="738187" y="1083731"/>
            <a:ext cx="10715625" cy="208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642313-B6A3-E243-3048-D91F34E483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001"/>
          <a:stretch/>
        </p:blipFill>
        <p:spPr>
          <a:xfrm>
            <a:off x="738187" y="3318934"/>
            <a:ext cx="10715625" cy="28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8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D5775-4B4E-2C6B-EFDB-BD394B751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623887"/>
            <a:ext cx="10734675" cy="561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11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3D340E-404F-D34A-652A-866FB6ED7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738187"/>
            <a:ext cx="107061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75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B462D7-0AFC-2217-F37D-63C687E63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87" y="685800"/>
            <a:ext cx="10639425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979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735580" y="2752344"/>
            <a:ext cx="6720840" cy="268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8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4672</TotalTime>
  <Words>44</Words>
  <Application>Microsoft Office PowerPoint</Application>
  <PresentationFormat>Widescreen</PresentationFormat>
  <Paragraphs>13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Source Sans Pro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16</cp:revision>
  <dcterms:created xsi:type="dcterms:W3CDTF">2022-09-29T09:38:38Z</dcterms:created>
  <dcterms:modified xsi:type="dcterms:W3CDTF">2025-10-13T10:31:42Z</dcterms:modified>
</cp:coreProperties>
</file>