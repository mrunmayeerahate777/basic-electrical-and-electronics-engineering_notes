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1" r:id="rId2"/>
    <p:sldId id="312" r:id="rId3"/>
    <p:sldId id="314" r:id="rId4"/>
    <p:sldId id="316" r:id="rId5"/>
    <p:sldId id="315" r:id="rId6"/>
    <p:sldId id="334" r:id="rId7"/>
    <p:sldId id="317" r:id="rId8"/>
    <p:sldId id="318" r:id="rId9"/>
    <p:sldId id="319" r:id="rId10"/>
    <p:sldId id="332" r:id="rId11"/>
    <p:sldId id="333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B8B2-E06C-471F-835E-4575AD93200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283B9-E602-4ACC-8D5D-8E5DB206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6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82D5-36F0-6ACE-47B7-5CC8E8122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9C8EE-3ABC-EABB-4F61-828606803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AE54-D365-56B5-6F3A-4FCC715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6B65E-C255-1C3D-E115-AD3573D7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2398A-E07B-1D05-C120-006729A8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4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7BD3-CED0-AA97-4F0D-1B6026D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CDF3-3894-7CCB-12F3-9924861B7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46DE0-0B54-6080-15BD-632F8E2B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36803-7F12-38BD-250E-2A47AE56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ADCD3-E655-2859-6200-D611E8BC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1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3991-B2CC-5536-1671-A741CB007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729C3-C860-1673-173B-4C5CA834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A4E1A-4DC2-9628-8A3B-0F12DE2D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D7F1-FAA6-89EE-78B1-E6D353ED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D8C7-586E-A374-B1C3-86FC5162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48C84-C6F2-D60D-DD62-89CB616D4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A8E12-3297-CF09-F3D9-ACDFB4973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C0FB8-99DA-31E4-1145-E69691543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ABA3B-5C36-7359-D3A7-D7B05F0B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56A11-AA50-0A7E-46AC-8FC8766B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0864F-7293-220A-31CA-C330C552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0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89D3-548C-8F72-F272-08EB5A01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59A8F-6FBB-EE7B-5AE1-39A155BB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A513D-895D-5FD2-9A62-E089958DA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3754E-AE65-7227-D049-5F08D2665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2B4B0-DEE9-C84C-66A3-A1B0665B30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3BAF4-CB8B-20F2-AC02-096BF892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E27A2-2DF0-04A6-A7EF-391E6F4C7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6A647-2821-E360-B1CF-2D72BBD67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814E-ADA6-7214-6464-DAEF6056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E6497-A9D7-5A91-D81B-C3C73E48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5A60D-BD3D-C5DC-D518-F0D6BA2A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FF345E-DC77-FA4F-3FB2-FAE2B716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9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9C057-06CC-14E4-584D-5EEAE008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1A6EB-B6E1-E295-9F34-7E5B5137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337FC-436F-440F-0396-39316C1E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44EE-981D-1A1E-17A7-BE44D717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CE841-6AFB-4B1F-C013-963364C3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98762-B4CD-5FD4-4D8C-7CF0339F4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DD10C-C0F9-45E6-E488-17D04506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A4F3-708B-BD2C-1EA3-DF97CE62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B5C8-CD53-A25E-EDF0-604033A1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6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A212-0680-96BA-C9BF-8E741CDD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4AD5A-94A8-9844-ACBD-8B1A1E72C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9CC1D-55DC-A325-AD67-74FD6F57B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E6A9A-2F64-D5E4-8215-4B9A1170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6A03-AE86-0B10-BA6E-C0176AB59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FB175-8BF5-EB67-4E9D-71BD307C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3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D408-FB3A-46E3-C734-51B9E150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DDDE-83D2-1C9F-8C31-9E9D2327A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EFA5C-C314-BC5A-AB65-2630FCD1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AA971-182C-E0A3-40E7-F3774D92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CCDA-F228-B986-B357-D1ADE7B2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23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9DBA4-8476-495D-BCB1-D20F3FB02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AB3A1-0061-3890-17D7-501C71092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E57-E41A-E0CD-37A5-550A70EE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56535-69D9-6AFD-57F8-AA1B14A2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BD8E5-2EA0-EBF5-8B3B-C47CBBCFF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7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703F04-E98E-FC96-4AE1-AD4F22C4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507B2-0F36-CA3F-F91E-3693DA47A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EAA6-C164-F841-F56B-10F2C7DD5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C9C92-838A-4D9E-9942-5B120E15784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1CDA4-5A9F-EBCA-EC69-D9607550F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9625-4562-FE96-6827-D570FEBAC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F99B3-0530-469C-B645-EE65739EE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0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3: Bipolar Junction Transistors and MOSFET</a:t>
            </a: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1: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BJT Operation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B3D37-E221-4CF1-B774-2F5B99C1F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44" y="1371728"/>
            <a:ext cx="5632912" cy="52860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0B4BA1-BEEB-4A6F-98EC-8212D83C3CE8}"/>
              </a:ext>
            </a:extLst>
          </p:cNvPr>
          <p:cNvSpPr/>
          <p:nvPr/>
        </p:nvSpPr>
        <p:spPr>
          <a:xfrm>
            <a:off x="1885187" y="327039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Transistor: definition</a:t>
            </a:r>
          </a:p>
        </p:txBody>
      </p:sp>
    </p:spTree>
    <p:extLst>
      <p:ext uri="{BB962C8B-B14F-4D97-AF65-F5344CB8AC3E}">
        <p14:creationId xmlns:p14="http://schemas.microsoft.com/office/powerpoint/2010/main" val="249011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680DDA-F35C-4B0A-95C9-AD1481F31993}"/>
              </a:ext>
            </a:extLst>
          </p:cNvPr>
          <p:cNvSpPr/>
          <p:nvPr/>
        </p:nvSpPr>
        <p:spPr>
          <a:xfrm>
            <a:off x="1304718" y="293482"/>
            <a:ext cx="9582563" cy="537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construction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A9144-91CD-44F0-95F0-F7E640CF7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846" y="956478"/>
            <a:ext cx="8342308" cy="560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1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FF749B-F62E-439F-8643-8E491B047729}"/>
              </a:ext>
            </a:extLst>
          </p:cNvPr>
          <p:cNvSpPr/>
          <p:nvPr/>
        </p:nvSpPr>
        <p:spPr>
          <a:xfrm>
            <a:off x="1885187" y="327039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Types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18633E-CDFC-4D7F-9CC7-D226C5EA5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053" y="992582"/>
            <a:ext cx="9737893" cy="58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8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9C862-A4A7-455F-B6C4-36D535955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1" y="1603949"/>
            <a:ext cx="11004678" cy="43311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9EA37A-BEFB-480E-8871-AB66A01C3E0D}"/>
              </a:ext>
            </a:extLst>
          </p:cNvPr>
          <p:cNvSpPr/>
          <p:nvPr/>
        </p:nvSpPr>
        <p:spPr>
          <a:xfrm>
            <a:off x="1885187" y="327039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number of pn junctions and equivalent circuit</a:t>
            </a:r>
          </a:p>
        </p:txBody>
      </p:sp>
    </p:spTree>
    <p:extLst>
      <p:ext uri="{BB962C8B-B14F-4D97-AF65-F5344CB8AC3E}">
        <p14:creationId xmlns:p14="http://schemas.microsoft.com/office/powerpoint/2010/main" val="140402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8EA06-A235-4B80-A378-E909DC08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37" y="1409212"/>
            <a:ext cx="8733126" cy="51133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461DD5-AD9C-4079-A7A5-74E6AC1BFE40}"/>
              </a:ext>
            </a:extLst>
          </p:cNvPr>
          <p:cNvSpPr/>
          <p:nvPr/>
        </p:nvSpPr>
        <p:spPr>
          <a:xfrm>
            <a:off x="800564" y="335428"/>
            <a:ext cx="10590871" cy="386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Unbiased Condition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2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2A02F-30F8-4529-A5BE-D3AF18CD358C}"/>
              </a:ext>
            </a:extLst>
          </p:cNvPr>
          <p:cNvSpPr/>
          <p:nvPr/>
        </p:nvSpPr>
        <p:spPr>
          <a:xfrm>
            <a:off x="800564" y="335361"/>
            <a:ext cx="10590871" cy="386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biasing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6A8936-4C7C-472A-B1D5-6A1AF106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13" y="1581160"/>
            <a:ext cx="10958773" cy="474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DECE31-B81A-4268-B9C6-ADF41C9C4F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" t="5665" r="4195" b="3702"/>
          <a:stretch/>
        </p:blipFill>
        <p:spPr>
          <a:xfrm>
            <a:off x="2007079" y="1470602"/>
            <a:ext cx="8177842" cy="52151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40C73D-A134-4B48-B6E4-3F114F478353}"/>
              </a:ext>
            </a:extLst>
          </p:cNvPr>
          <p:cNvSpPr/>
          <p:nvPr/>
        </p:nvSpPr>
        <p:spPr>
          <a:xfrm>
            <a:off x="119200" y="361239"/>
            <a:ext cx="11953600" cy="811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Operation in Active Region (NPN)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91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3159FF5-43DE-425C-934A-A8A17DBA5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28697" t="30208" r="23865" b="16667"/>
          <a:stretch>
            <a:fillRect/>
          </a:stretch>
        </p:blipFill>
        <p:spPr bwMode="auto">
          <a:xfrm>
            <a:off x="2084314" y="1445016"/>
            <a:ext cx="8023371" cy="5051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A83A7F-FF69-4839-BEAA-C227E9F59A09}"/>
              </a:ext>
            </a:extLst>
          </p:cNvPr>
          <p:cNvSpPr/>
          <p:nvPr/>
        </p:nvSpPr>
        <p:spPr>
          <a:xfrm>
            <a:off x="119200" y="361239"/>
            <a:ext cx="11953600" cy="811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Operation in Active Region (NPN)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460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186BB3-3ADE-4AA3-8C7A-C3F012D8A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8" t="27861" r="20387" b="16169"/>
          <a:stretch/>
        </p:blipFill>
        <p:spPr bwMode="auto">
          <a:xfrm>
            <a:off x="2018895" y="1455700"/>
            <a:ext cx="8154209" cy="5329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FCB026-95CB-4A22-8669-2E2CA27A05B1}"/>
              </a:ext>
            </a:extLst>
          </p:cNvPr>
          <p:cNvSpPr/>
          <p:nvPr/>
        </p:nvSpPr>
        <p:spPr>
          <a:xfrm>
            <a:off x="119200" y="361239"/>
            <a:ext cx="11953600" cy="811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Bipolar Junction Transistor: Operation in Active Region (pnp)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1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0214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2856</TotalTime>
  <Words>108</Words>
  <Application>Microsoft Office PowerPoint</Application>
  <PresentationFormat>Widescreen</PresentationFormat>
  <Paragraphs>19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81</cp:revision>
  <dcterms:created xsi:type="dcterms:W3CDTF">2023-10-17T05:38:42Z</dcterms:created>
  <dcterms:modified xsi:type="dcterms:W3CDTF">2025-11-10T19:27:23Z</dcterms:modified>
</cp:coreProperties>
</file>