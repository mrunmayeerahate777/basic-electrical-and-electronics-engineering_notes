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302" r:id="rId2"/>
    <p:sldId id="303" r:id="rId3"/>
    <p:sldId id="277" r:id="rId4"/>
    <p:sldId id="305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30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A4076-2BA5-46A1-A719-94934BB4FD81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6EC73-147B-4744-A753-9FC2A2911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2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98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4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9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7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7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5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9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7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5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74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0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0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5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16137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0662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1: Fundamentals of Electrical Circuits</a:t>
            </a:r>
          </a:p>
          <a:p>
            <a:pPr algn="ctr"/>
            <a:endParaRPr lang="en-IN" sz="3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600" b="1">
                <a:solidFill>
                  <a:srgbClr val="FFFF00"/>
                </a:solidFill>
                <a:latin typeface="Arial" panose="020B0604020202020204" pitchFamily="34" charset="0"/>
              </a:rPr>
              <a:t>Lecture 6: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algn="ctr" defTabSz="457200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</a:rPr>
              <a:t>Network Theorems: Thevenin’s and Norton’s Theorem</a:t>
            </a:r>
            <a:endParaRPr lang="en-IN" sz="40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89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17D73A-329E-460D-9405-293F247286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3" t="3704" r="2221" b="7160"/>
          <a:stretch/>
        </p:blipFill>
        <p:spPr>
          <a:xfrm>
            <a:off x="262467" y="203667"/>
            <a:ext cx="11658600" cy="611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42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72ACA6-B175-4412-AE53-70F81C3DA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24" y="345494"/>
            <a:ext cx="11598552" cy="578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05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54CF0D-7713-3962-8550-CF6BD48BB2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2" t="3086" r="2639" b="7161"/>
          <a:stretch/>
        </p:blipFill>
        <p:spPr>
          <a:xfrm>
            <a:off x="270932" y="211666"/>
            <a:ext cx="11599335" cy="615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00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4714A0-2A72-A89D-1C78-3EB94B47E7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2" t="3210" r="2570" b="7161"/>
          <a:stretch/>
        </p:blipFill>
        <p:spPr>
          <a:xfrm>
            <a:off x="262466" y="220132"/>
            <a:ext cx="11616267" cy="614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28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37AEF7-16BB-AD66-99CD-BE11F5AA3A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1" t="3456" r="2431" b="7531"/>
          <a:stretch/>
        </p:blipFill>
        <p:spPr>
          <a:xfrm>
            <a:off x="270932" y="237066"/>
            <a:ext cx="11624735" cy="610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056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D6A727-8428-0B9F-07AF-AA04A82B32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2" t="3581" r="2847" b="7901"/>
          <a:stretch/>
        </p:blipFill>
        <p:spPr>
          <a:xfrm>
            <a:off x="296332" y="245532"/>
            <a:ext cx="11548535" cy="607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08045-BEBB-FF57-308C-FFAA1C7784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1" t="3086" r="3125" b="7037"/>
          <a:stretch/>
        </p:blipFill>
        <p:spPr>
          <a:xfrm>
            <a:off x="296333" y="211667"/>
            <a:ext cx="11514668" cy="616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8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AB6AB7-0DE9-C580-8DBD-AD89EA65EB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83" t="3210" r="3334" b="8024"/>
          <a:stretch/>
        </p:blipFill>
        <p:spPr>
          <a:xfrm>
            <a:off x="254000" y="220132"/>
            <a:ext cx="11531600" cy="608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580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CAA14-ABCE-3F2A-D1FB-D8CFB91EA5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3" t="3333" r="2916" b="7161"/>
          <a:stretch/>
        </p:blipFill>
        <p:spPr>
          <a:xfrm>
            <a:off x="262467" y="228600"/>
            <a:ext cx="11573934" cy="613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85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9D8404-1235-AD4D-73CB-2D2A91D521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2" t="3209" r="2778" b="6914"/>
          <a:stretch/>
        </p:blipFill>
        <p:spPr>
          <a:xfrm>
            <a:off x="262466" y="220132"/>
            <a:ext cx="11590867" cy="616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21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1B7D2B-4B9A-242D-44F2-A0DCC04807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1" t="3703" r="2778" b="8519"/>
          <a:stretch/>
        </p:blipFill>
        <p:spPr>
          <a:xfrm>
            <a:off x="270932" y="254000"/>
            <a:ext cx="11582401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070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092B9D-6E54-289F-FDBB-93EF323A37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0" t="3704" r="2153" b="7160"/>
          <a:stretch/>
        </p:blipFill>
        <p:spPr>
          <a:xfrm>
            <a:off x="304800" y="254000"/>
            <a:ext cx="11624733" cy="611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30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2502B1-ADEF-3F91-7110-6DF035481E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0" t="3703" r="2500" b="8025"/>
          <a:stretch/>
        </p:blipFill>
        <p:spPr>
          <a:xfrm>
            <a:off x="304800" y="254000"/>
            <a:ext cx="11582400" cy="605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263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B7ACC0-8412-1D7F-9573-BA400932E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29" y="216129"/>
            <a:ext cx="11693141" cy="64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22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096CE6-70F8-9739-975E-01A78FE6CB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5" t="3086" r="2084" b="8025"/>
          <a:stretch/>
        </p:blipFill>
        <p:spPr>
          <a:xfrm>
            <a:off x="228600" y="211666"/>
            <a:ext cx="11709400" cy="609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55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BB6B80-62F9-93D6-20AC-BBD61545C9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0" t="3210" r="2500" b="8395"/>
          <a:stretch/>
        </p:blipFill>
        <p:spPr>
          <a:xfrm>
            <a:off x="304800" y="220133"/>
            <a:ext cx="11582400" cy="606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39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735580" y="2752344"/>
            <a:ext cx="6720840" cy="2688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8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5988316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45</Words>
  <Application>Microsoft Office PowerPoint</Application>
  <PresentationFormat>Widescreen</PresentationFormat>
  <Paragraphs>12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Source Sans Pro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6</cp:revision>
  <dcterms:created xsi:type="dcterms:W3CDTF">2022-09-29T09:38:38Z</dcterms:created>
  <dcterms:modified xsi:type="dcterms:W3CDTF">2025-09-28T07:37:45Z</dcterms:modified>
</cp:coreProperties>
</file>