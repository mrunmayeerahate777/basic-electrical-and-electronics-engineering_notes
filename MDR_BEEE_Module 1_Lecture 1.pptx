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5.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1"/>
  </p:notesMasterIdLst>
  <p:sldIdLst>
    <p:sldId id="256" r:id="rId2"/>
    <p:sldId id="258" r:id="rId3"/>
    <p:sldId id="259" r:id="rId4"/>
    <p:sldId id="262" r:id="rId5"/>
    <p:sldId id="263" r:id="rId6"/>
    <p:sldId id="264" r:id="rId7"/>
    <p:sldId id="266" r:id="rId8"/>
    <p:sldId id="267"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82" autoAdjust="0"/>
  </p:normalViewPr>
  <p:slideViewPr>
    <p:cSldViewPr snapToGrid="0">
      <p:cViewPr varScale="1">
        <p:scale>
          <a:sx n="72" d="100"/>
          <a:sy n="72" d="100"/>
        </p:scale>
        <p:origin x="4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7408E8-45F4-4EA5-821F-E3375E62D602}" type="doc">
      <dgm:prSet loTypeId="urn:microsoft.com/office/officeart/2005/8/layout/StepDownProcess" loCatId="process" qsTypeId="urn:microsoft.com/office/officeart/2005/8/quickstyle/simple1" qsCatId="simple" csTypeId="urn:microsoft.com/office/officeart/2005/8/colors/colorful1" csCatId="colorful" phldr="1"/>
      <dgm:spPr/>
      <dgm:t>
        <a:bodyPr/>
        <a:lstStyle/>
        <a:p>
          <a:endParaRPr lang="en-US"/>
        </a:p>
      </dgm:t>
    </dgm:pt>
    <dgm:pt modelId="{381562F4-5E1F-4DFA-BCC3-8A0F5B48F7AC}">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Generation</a:t>
          </a:r>
        </a:p>
      </dgm:t>
    </dgm:pt>
    <dgm:pt modelId="{562F7872-ABD9-469C-8611-8F0608E85610}" type="parTrans" cxnId="{5304EA51-7AB1-4BF9-B688-3A2B98683ACE}">
      <dgm:prSet/>
      <dgm:spPr/>
      <dgm:t>
        <a:bodyPr/>
        <a:lstStyle/>
        <a:p>
          <a:endParaRPr lang="en-US" sz="2400" b="1">
            <a:solidFill>
              <a:schemeClr val="tx1"/>
            </a:solidFill>
          </a:endParaRPr>
        </a:p>
      </dgm:t>
    </dgm:pt>
    <dgm:pt modelId="{E111EB71-9FC1-4E48-AD03-BECD60D0FF9A}" type="sibTrans" cxnId="{5304EA51-7AB1-4BF9-B688-3A2B98683ACE}">
      <dgm:prSet/>
      <dgm:spPr/>
      <dgm:t>
        <a:bodyPr/>
        <a:lstStyle/>
        <a:p>
          <a:endParaRPr lang="en-US" sz="2400" b="1">
            <a:solidFill>
              <a:schemeClr val="tx1"/>
            </a:solidFill>
          </a:endParaRPr>
        </a:p>
      </dgm:t>
    </dgm:pt>
    <dgm:pt modelId="{AEBB0DE7-712C-48EC-B170-D7F7153EC271}">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Transmission</a:t>
          </a:r>
        </a:p>
      </dgm:t>
    </dgm:pt>
    <dgm:pt modelId="{93E6EAD2-B7BB-4A9F-BEF8-23CE82C07BC6}" type="parTrans" cxnId="{28CA62DE-4CFC-4F16-AAA2-2F118FEBC4D4}">
      <dgm:prSet/>
      <dgm:spPr/>
      <dgm:t>
        <a:bodyPr/>
        <a:lstStyle/>
        <a:p>
          <a:endParaRPr lang="en-US" sz="2400" b="1">
            <a:solidFill>
              <a:schemeClr val="tx1"/>
            </a:solidFill>
          </a:endParaRPr>
        </a:p>
      </dgm:t>
    </dgm:pt>
    <dgm:pt modelId="{697C12D0-B2D2-4031-A8EE-B293BB403CA5}" type="sibTrans" cxnId="{28CA62DE-4CFC-4F16-AAA2-2F118FEBC4D4}">
      <dgm:prSet/>
      <dgm:spPr/>
      <dgm:t>
        <a:bodyPr/>
        <a:lstStyle/>
        <a:p>
          <a:endParaRPr lang="en-US" sz="2400" b="1">
            <a:solidFill>
              <a:schemeClr val="tx1"/>
            </a:solidFill>
          </a:endParaRPr>
        </a:p>
      </dgm:t>
    </dgm:pt>
    <dgm:pt modelId="{4AB28463-25D3-44D2-9282-7DF5FFA072B1}">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Distribution</a:t>
          </a:r>
        </a:p>
      </dgm:t>
    </dgm:pt>
    <dgm:pt modelId="{90E0F06A-59F8-4B56-8C86-65704EDA6994}" type="parTrans" cxnId="{A429E621-D230-4399-9ED1-2EF024B879E5}">
      <dgm:prSet/>
      <dgm:spPr/>
      <dgm:t>
        <a:bodyPr/>
        <a:lstStyle/>
        <a:p>
          <a:endParaRPr lang="en-US" sz="2400" b="1">
            <a:solidFill>
              <a:schemeClr val="tx1"/>
            </a:solidFill>
          </a:endParaRPr>
        </a:p>
      </dgm:t>
    </dgm:pt>
    <dgm:pt modelId="{6AE98433-D43E-4A2B-9F26-92EB4AE57B7B}" type="sibTrans" cxnId="{A429E621-D230-4399-9ED1-2EF024B879E5}">
      <dgm:prSet/>
      <dgm:spPr/>
      <dgm:t>
        <a:bodyPr/>
        <a:lstStyle/>
        <a:p>
          <a:endParaRPr lang="en-US" sz="2400" b="1">
            <a:solidFill>
              <a:schemeClr val="tx1"/>
            </a:solidFill>
          </a:endParaRPr>
        </a:p>
      </dgm:t>
    </dgm:pt>
    <dgm:pt modelId="{8348A133-C636-4CC1-AD37-7AE748E399BB}">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Utilization</a:t>
          </a:r>
        </a:p>
      </dgm:t>
    </dgm:pt>
    <dgm:pt modelId="{F73EB44D-222E-40BB-A96D-9648A18BB0F2}" type="parTrans" cxnId="{F23EFECE-8C40-42BF-B8E9-81A717DC3CFE}">
      <dgm:prSet/>
      <dgm:spPr/>
      <dgm:t>
        <a:bodyPr/>
        <a:lstStyle/>
        <a:p>
          <a:endParaRPr lang="en-US" sz="2400" b="1">
            <a:solidFill>
              <a:schemeClr val="tx1"/>
            </a:solidFill>
          </a:endParaRPr>
        </a:p>
      </dgm:t>
    </dgm:pt>
    <dgm:pt modelId="{7A0097DD-63B8-451A-BC2B-B94E491A7B5F}" type="sibTrans" cxnId="{F23EFECE-8C40-42BF-B8E9-81A717DC3CFE}">
      <dgm:prSet/>
      <dgm:spPr/>
      <dgm:t>
        <a:bodyPr/>
        <a:lstStyle/>
        <a:p>
          <a:endParaRPr lang="en-US" sz="2400" b="1">
            <a:solidFill>
              <a:schemeClr val="tx1"/>
            </a:solidFill>
          </a:endParaRPr>
        </a:p>
      </dgm:t>
    </dgm:pt>
    <dgm:pt modelId="{0FD4D45F-8385-49DA-BFFB-84B4A62E352A}" type="pres">
      <dgm:prSet presAssocID="{D37408E8-45F4-4EA5-821F-E3375E62D602}" presName="rootnode" presStyleCnt="0">
        <dgm:presLayoutVars>
          <dgm:chMax/>
          <dgm:chPref/>
          <dgm:dir/>
          <dgm:animLvl val="lvl"/>
        </dgm:presLayoutVars>
      </dgm:prSet>
      <dgm:spPr/>
    </dgm:pt>
    <dgm:pt modelId="{C889B728-D6CC-4E76-AA28-95C42503EB5F}" type="pres">
      <dgm:prSet presAssocID="{381562F4-5E1F-4DFA-BCC3-8A0F5B48F7AC}" presName="composite" presStyleCnt="0"/>
      <dgm:spPr/>
    </dgm:pt>
    <dgm:pt modelId="{6A08C288-16B1-4600-8FA3-ADB530C323FE}" type="pres">
      <dgm:prSet presAssocID="{381562F4-5E1F-4DFA-BCC3-8A0F5B48F7AC}" presName="bentUpArrow1" presStyleLbl="alignImgPlace1" presStyleIdx="0" presStyleCnt="3"/>
      <dgm:spPr/>
    </dgm:pt>
    <dgm:pt modelId="{40DB79BC-66EF-4E3C-BDB4-969B4190E723}" type="pres">
      <dgm:prSet presAssocID="{381562F4-5E1F-4DFA-BCC3-8A0F5B48F7AC}" presName="ParentText" presStyleLbl="node1" presStyleIdx="0" presStyleCnt="4">
        <dgm:presLayoutVars>
          <dgm:chMax val="1"/>
          <dgm:chPref val="1"/>
          <dgm:bulletEnabled val="1"/>
        </dgm:presLayoutVars>
      </dgm:prSet>
      <dgm:spPr/>
    </dgm:pt>
    <dgm:pt modelId="{D061DEDE-6DCD-440E-90FD-7BE53666A6D1}" type="pres">
      <dgm:prSet presAssocID="{381562F4-5E1F-4DFA-BCC3-8A0F5B48F7AC}" presName="ChildText" presStyleLbl="revTx" presStyleIdx="0" presStyleCnt="3">
        <dgm:presLayoutVars>
          <dgm:chMax val="0"/>
          <dgm:chPref val="0"/>
          <dgm:bulletEnabled val="1"/>
        </dgm:presLayoutVars>
      </dgm:prSet>
      <dgm:spPr/>
    </dgm:pt>
    <dgm:pt modelId="{B1593731-70EB-4703-A3B1-03FE1AA6B872}" type="pres">
      <dgm:prSet presAssocID="{E111EB71-9FC1-4E48-AD03-BECD60D0FF9A}" presName="sibTrans" presStyleCnt="0"/>
      <dgm:spPr/>
    </dgm:pt>
    <dgm:pt modelId="{C6A3C527-7FF3-426B-A3BB-1DF483D65D88}" type="pres">
      <dgm:prSet presAssocID="{AEBB0DE7-712C-48EC-B170-D7F7153EC271}" presName="composite" presStyleCnt="0"/>
      <dgm:spPr/>
    </dgm:pt>
    <dgm:pt modelId="{752514B6-5B97-4E14-A62B-E5C1F446258A}" type="pres">
      <dgm:prSet presAssocID="{AEBB0DE7-712C-48EC-B170-D7F7153EC271}" presName="bentUpArrow1" presStyleLbl="alignImgPlace1" presStyleIdx="1" presStyleCnt="3"/>
      <dgm:spPr/>
    </dgm:pt>
    <dgm:pt modelId="{D2DDBBAB-F7AC-4A58-8077-608CCB87F993}" type="pres">
      <dgm:prSet presAssocID="{AEBB0DE7-712C-48EC-B170-D7F7153EC271}" presName="ParentText" presStyleLbl="node1" presStyleIdx="1" presStyleCnt="4" custScaleX="135815">
        <dgm:presLayoutVars>
          <dgm:chMax val="1"/>
          <dgm:chPref val="1"/>
          <dgm:bulletEnabled val="1"/>
        </dgm:presLayoutVars>
      </dgm:prSet>
      <dgm:spPr/>
    </dgm:pt>
    <dgm:pt modelId="{20292DD5-1CAD-429A-8D16-07548B2F9020}" type="pres">
      <dgm:prSet presAssocID="{AEBB0DE7-712C-48EC-B170-D7F7153EC271}" presName="ChildText" presStyleLbl="revTx" presStyleIdx="1" presStyleCnt="3">
        <dgm:presLayoutVars>
          <dgm:chMax val="0"/>
          <dgm:chPref val="0"/>
          <dgm:bulletEnabled val="1"/>
        </dgm:presLayoutVars>
      </dgm:prSet>
      <dgm:spPr/>
    </dgm:pt>
    <dgm:pt modelId="{EC1EECFB-21CF-4B76-80B2-685FB00939A6}" type="pres">
      <dgm:prSet presAssocID="{697C12D0-B2D2-4031-A8EE-B293BB403CA5}" presName="sibTrans" presStyleCnt="0"/>
      <dgm:spPr/>
    </dgm:pt>
    <dgm:pt modelId="{39090DE5-3460-4DED-BF76-5E803128890D}" type="pres">
      <dgm:prSet presAssocID="{4AB28463-25D3-44D2-9282-7DF5FFA072B1}" presName="composite" presStyleCnt="0"/>
      <dgm:spPr/>
    </dgm:pt>
    <dgm:pt modelId="{11A27EEB-5640-44C4-B36C-2B3D3246C3E4}" type="pres">
      <dgm:prSet presAssocID="{4AB28463-25D3-44D2-9282-7DF5FFA072B1}" presName="bentUpArrow1" presStyleLbl="alignImgPlace1" presStyleIdx="2" presStyleCnt="3" custLinFactNeighborX="4160"/>
      <dgm:spPr/>
    </dgm:pt>
    <dgm:pt modelId="{D9AF4A44-5B27-4B61-8508-1B2FDAAA4794}" type="pres">
      <dgm:prSet presAssocID="{4AB28463-25D3-44D2-9282-7DF5FFA072B1}" presName="ParentText" presStyleLbl="node1" presStyleIdx="2" presStyleCnt="4" custScaleX="116996" custLinFactNeighborX="13375" custLinFactNeighborY="5148">
        <dgm:presLayoutVars>
          <dgm:chMax val="1"/>
          <dgm:chPref val="1"/>
          <dgm:bulletEnabled val="1"/>
        </dgm:presLayoutVars>
      </dgm:prSet>
      <dgm:spPr/>
    </dgm:pt>
    <dgm:pt modelId="{566DF09F-845A-499C-B9D6-1565A79F376B}" type="pres">
      <dgm:prSet presAssocID="{4AB28463-25D3-44D2-9282-7DF5FFA072B1}" presName="ChildText" presStyleLbl="revTx" presStyleIdx="2" presStyleCnt="3">
        <dgm:presLayoutVars>
          <dgm:chMax val="0"/>
          <dgm:chPref val="0"/>
          <dgm:bulletEnabled val="1"/>
        </dgm:presLayoutVars>
      </dgm:prSet>
      <dgm:spPr/>
    </dgm:pt>
    <dgm:pt modelId="{C6460BDE-60BD-472D-9BB4-A4D8F394B2FD}" type="pres">
      <dgm:prSet presAssocID="{6AE98433-D43E-4A2B-9F26-92EB4AE57B7B}" presName="sibTrans" presStyleCnt="0"/>
      <dgm:spPr/>
    </dgm:pt>
    <dgm:pt modelId="{6A537467-1714-479F-8279-A600FFCF3C9D}" type="pres">
      <dgm:prSet presAssocID="{8348A133-C636-4CC1-AD37-7AE748E399BB}" presName="composite" presStyleCnt="0"/>
      <dgm:spPr/>
    </dgm:pt>
    <dgm:pt modelId="{150FD4C0-DDB4-48A8-9861-2815892F6F83}" type="pres">
      <dgm:prSet presAssocID="{8348A133-C636-4CC1-AD37-7AE748E399BB}" presName="ParentText" presStyleLbl="node1" presStyleIdx="3" presStyleCnt="4" custLinFactNeighborX="7744">
        <dgm:presLayoutVars>
          <dgm:chMax val="1"/>
          <dgm:chPref val="1"/>
          <dgm:bulletEnabled val="1"/>
        </dgm:presLayoutVars>
      </dgm:prSet>
      <dgm:spPr/>
    </dgm:pt>
  </dgm:ptLst>
  <dgm:cxnLst>
    <dgm:cxn modelId="{A429E621-D230-4399-9ED1-2EF024B879E5}" srcId="{D37408E8-45F4-4EA5-821F-E3375E62D602}" destId="{4AB28463-25D3-44D2-9282-7DF5FFA072B1}" srcOrd="2" destOrd="0" parTransId="{90E0F06A-59F8-4B56-8C86-65704EDA6994}" sibTransId="{6AE98433-D43E-4A2B-9F26-92EB4AE57B7B}"/>
    <dgm:cxn modelId="{38D07634-DDB4-44EE-A8D1-9AAC3343EC34}" type="presOf" srcId="{4AB28463-25D3-44D2-9282-7DF5FFA072B1}" destId="{D9AF4A44-5B27-4B61-8508-1B2FDAAA4794}" srcOrd="0" destOrd="0" presId="urn:microsoft.com/office/officeart/2005/8/layout/StepDownProcess"/>
    <dgm:cxn modelId="{5304EA51-7AB1-4BF9-B688-3A2B98683ACE}" srcId="{D37408E8-45F4-4EA5-821F-E3375E62D602}" destId="{381562F4-5E1F-4DFA-BCC3-8A0F5B48F7AC}" srcOrd="0" destOrd="0" parTransId="{562F7872-ABD9-469C-8611-8F0608E85610}" sibTransId="{E111EB71-9FC1-4E48-AD03-BECD60D0FF9A}"/>
    <dgm:cxn modelId="{2D7ABE74-57D4-4540-8850-03BEBCEBCC48}" type="presOf" srcId="{381562F4-5E1F-4DFA-BCC3-8A0F5B48F7AC}" destId="{40DB79BC-66EF-4E3C-BDB4-969B4190E723}" srcOrd="0" destOrd="0" presId="urn:microsoft.com/office/officeart/2005/8/layout/StepDownProcess"/>
    <dgm:cxn modelId="{49FD8F9D-F5E3-4826-A017-F83CC30A6215}" type="presOf" srcId="{D37408E8-45F4-4EA5-821F-E3375E62D602}" destId="{0FD4D45F-8385-49DA-BFFB-84B4A62E352A}" srcOrd="0" destOrd="0" presId="urn:microsoft.com/office/officeart/2005/8/layout/StepDownProcess"/>
    <dgm:cxn modelId="{F23EFECE-8C40-42BF-B8E9-81A717DC3CFE}" srcId="{D37408E8-45F4-4EA5-821F-E3375E62D602}" destId="{8348A133-C636-4CC1-AD37-7AE748E399BB}" srcOrd="3" destOrd="0" parTransId="{F73EB44D-222E-40BB-A96D-9648A18BB0F2}" sibTransId="{7A0097DD-63B8-451A-BC2B-B94E491A7B5F}"/>
    <dgm:cxn modelId="{28CA62DE-4CFC-4F16-AAA2-2F118FEBC4D4}" srcId="{D37408E8-45F4-4EA5-821F-E3375E62D602}" destId="{AEBB0DE7-712C-48EC-B170-D7F7153EC271}" srcOrd="1" destOrd="0" parTransId="{93E6EAD2-B7BB-4A9F-BEF8-23CE82C07BC6}" sibTransId="{697C12D0-B2D2-4031-A8EE-B293BB403CA5}"/>
    <dgm:cxn modelId="{E08F32F4-E650-4DF0-9396-19C4305F90B1}" type="presOf" srcId="{8348A133-C636-4CC1-AD37-7AE748E399BB}" destId="{150FD4C0-DDB4-48A8-9861-2815892F6F83}" srcOrd="0" destOrd="0" presId="urn:microsoft.com/office/officeart/2005/8/layout/StepDownProcess"/>
    <dgm:cxn modelId="{A63C1BFD-49F4-468C-A09E-915816833D5F}" type="presOf" srcId="{AEBB0DE7-712C-48EC-B170-D7F7153EC271}" destId="{D2DDBBAB-F7AC-4A58-8077-608CCB87F993}" srcOrd="0" destOrd="0" presId="urn:microsoft.com/office/officeart/2005/8/layout/StepDownProcess"/>
    <dgm:cxn modelId="{4ADCA668-7E56-4BB5-958E-9946F5AA14AF}" type="presParOf" srcId="{0FD4D45F-8385-49DA-BFFB-84B4A62E352A}" destId="{C889B728-D6CC-4E76-AA28-95C42503EB5F}" srcOrd="0" destOrd="0" presId="urn:microsoft.com/office/officeart/2005/8/layout/StepDownProcess"/>
    <dgm:cxn modelId="{4513D63C-449E-4CBA-87B2-FDA8AB61B03D}" type="presParOf" srcId="{C889B728-D6CC-4E76-AA28-95C42503EB5F}" destId="{6A08C288-16B1-4600-8FA3-ADB530C323FE}" srcOrd="0" destOrd="0" presId="urn:microsoft.com/office/officeart/2005/8/layout/StepDownProcess"/>
    <dgm:cxn modelId="{9A48A65E-48F4-4C68-9BD4-80F972E55906}" type="presParOf" srcId="{C889B728-D6CC-4E76-AA28-95C42503EB5F}" destId="{40DB79BC-66EF-4E3C-BDB4-969B4190E723}" srcOrd="1" destOrd="0" presId="urn:microsoft.com/office/officeart/2005/8/layout/StepDownProcess"/>
    <dgm:cxn modelId="{7326C05E-06C6-4DB9-8F86-92C027A3C938}" type="presParOf" srcId="{C889B728-D6CC-4E76-AA28-95C42503EB5F}" destId="{D061DEDE-6DCD-440E-90FD-7BE53666A6D1}" srcOrd="2" destOrd="0" presId="urn:microsoft.com/office/officeart/2005/8/layout/StepDownProcess"/>
    <dgm:cxn modelId="{EC8F129E-FCA1-43FC-8EEF-399CD194C772}" type="presParOf" srcId="{0FD4D45F-8385-49DA-BFFB-84B4A62E352A}" destId="{B1593731-70EB-4703-A3B1-03FE1AA6B872}" srcOrd="1" destOrd="0" presId="urn:microsoft.com/office/officeart/2005/8/layout/StepDownProcess"/>
    <dgm:cxn modelId="{327BC2CD-92E8-4F41-ABDD-544D06078F49}" type="presParOf" srcId="{0FD4D45F-8385-49DA-BFFB-84B4A62E352A}" destId="{C6A3C527-7FF3-426B-A3BB-1DF483D65D88}" srcOrd="2" destOrd="0" presId="urn:microsoft.com/office/officeart/2005/8/layout/StepDownProcess"/>
    <dgm:cxn modelId="{3526952B-9E9E-4659-A67F-5018AEED3041}" type="presParOf" srcId="{C6A3C527-7FF3-426B-A3BB-1DF483D65D88}" destId="{752514B6-5B97-4E14-A62B-E5C1F446258A}" srcOrd="0" destOrd="0" presId="urn:microsoft.com/office/officeart/2005/8/layout/StepDownProcess"/>
    <dgm:cxn modelId="{469FE96B-15D9-4DB3-BFE1-9726A259B738}" type="presParOf" srcId="{C6A3C527-7FF3-426B-A3BB-1DF483D65D88}" destId="{D2DDBBAB-F7AC-4A58-8077-608CCB87F993}" srcOrd="1" destOrd="0" presId="urn:microsoft.com/office/officeart/2005/8/layout/StepDownProcess"/>
    <dgm:cxn modelId="{56819436-FB34-4ABA-B212-12DE18381F65}" type="presParOf" srcId="{C6A3C527-7FF3-426B-A3BB-1DF483D65D88}" destId="{20292DD5-1CAD-429A-8D16-07548B2F9020}" srcOrd="2" destOrd="0" presId="urn:microsoft.com/office/officeart/2005/8/layout/StepDownProcess"/>
    <dgm:cxn modelId="{848795BE-D94D-4845-BC8F-02E5AC537095}" type="presParOf" srcId="{0FD4D45F-8385-49DA-BFFB-84B4A62E352A}" destId="{EC1EECFB-21CF-4B76-80B2-685FB00939A6}" srcOrd="3" destOrd="0" presId="urn:microsoft.com/office/officeart/2005/8/layout/StepDownProcess"/>
    <dgm:cxn modelId="{7F67358C-EB13-41D8-8A1B-5500CEC9826D}" type="presParOf" srcId="{0FD4D45F-8385-49DA-BFFB-84B4A62E352A}" destId="{39090DE5-3460-4DED-BF76-5E803128890D}" srcOrd="4" destOrd="0" presId="urn:microsoft.com/office/officeart/2005/8/layout/StepDownProcess"/>
    <dgm:cxn modelId="{53FE54F6-90BE-47C2-B575-C7E1747F0CF7}" type="presParOf" srcId="{39090DE5-3460-4DED-BF76-5E803128890D}" destId="{11A27EEB-5640-44C4-B36C-2B3D3246C3E4}" srcOrd="0" destOrd="0" presId="urn:microsoft.com/office/officeart/2005/8/layout/StepDownProcess"/>
    <dgm:cxn modelId="{DD021D61-9A16-45FB-A6DD-908C780EF6A2}" type="presParOf" srcId="{39090DE5-3460-4DED-BF76-5E803128890D}" destId="{D9AF4A44-5B27-4B61-8508-1B2FDAAA4794}" srcOrd="1" destOrd="0" presId="urn:microsoft.com/office/officeart/2005/8/layout/StepDownProcess"/>
    <dgm:cxn modelId="{0B2E22C8-0A3A-462F-BE57-6E0A20B3BC54}" type="presParOf" srcId="{39090DE5-3460-4DED-BF76-5E803128890D}" destId="{566DF09F-845A-499C-B9D6-1565A79F376B}" srcOrd="2" destOrd="0" presId="urn:microsoft.com/office/officeart/2005/8/layout/StepDownProcess"/>
    <dgm:cxn modelId="{F35965CB-FDD5-4F84-AC5F-5E851CC7C0E3}" type="presParOf" srcId="{0FD4D45F-8385-49DA-BFFB-84B4A62E352A}" destId="{C6460BDE-60BD-472D-9BB4-A4D8F394B2FD}" srcOrd="5" destOrd="0" presId="urn:microsoft.com/office/officeart/2005/8/layout/StepDownProcess"/>
    <dgm:cxn modelId="{66B57928-B5D7-441A-96AD-AC98A2B5DF82}" type="presParOf" srcId="{0FD4D45F-8385-49DA-BFFB-84B4A62E352A}" destId="{6A537467-1714-479F-8279-A600FFCF3C9D}" srcOrd="6" destOrd="0" presId="urn:microsoft.com/office/officeart/2005/8/layout/StepDownProcess"/>
    <dgm:cxn modelId="{86B7D5DE-FC66-41A7-B8EC-87DE41FD70E6}" type="presParOf" srcId="{6A537467-1714-479F-8279-A600FFCF3C9D}" destId="{150FD4C0-DDB4-48A8-9861-2815892F6F83}"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E8DA183-58DC-46C3-84E8-64DFCCEC78D6}"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B015DD45-F3DF-4313-9BD1-06603CFCCEAC}">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Low Amplitude V, I</a:t>
          </a:r>
        </a:p>
      </dgm:t>
    </dgm:pt>
    <dgm:pt modelId="{95694E53-CB79-4386-B4E2-08CB51FFCF35}" type="parTrans" cxnId="{817EB350-3F73-4C9E-B35A-9DF4185C0110}">
      <dgm:prSet/>
      <dgm:spPr/>
      <dgm:t>
        <a:bodyPr/>
        <a:lstStyle/>
        <a:p>
          <a:endParaRPr lang="en-US" sz="1600">
            <a:latin typeface="Times New Roman" panose="02020603050405020304" pitchFamily="18" charset="0"/>
            <a:cs typeface="Times New Roman" panose="02020603050405020304" pitchFamily="18" charset="0"/>
          </a:endParaRPr>
        </a:p>
      </dgm:t>
    </dgm:pt>
    <dgm:pt modelId="{A2C7EF9F-833B-4B81-AA4A-BA34E264A3A4}" type="sibTrans" cxnId="{817EB350-3F73-4C9E-B35A-9DF4185C0110}">
      <dgm:prSet/>
      <dgm:spPr/>
      <dgm:t>
        <a:bodyPr/>
        <a:lstStyle/>
        <a:p>
          <a:endParaRPr lang="en-US" sz="1600">
            <a:latin typeface="Times New Roman" panose="02020603050405020304" pitchFamily="18" charset="0"/>
            <a:cs typeface="Times New Roman" panose="02020603050405020304" pitchFamily="18" charset="0"/>
          </a:endParaRPr>
        </a:p>
      </dgm:t>
    </dgm:pt>
    <dgm:pt modelId="{D95B1965-CB90-41D1-8C6F-0BB69CC4FE6C}">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Communication</a:t>
          </a:r>
        </a:p>
      </dgm:t>
    </dgm:pt>
    <dgm:pt modelId="{E38D75CB-37D0-49D1-8A5A-93C300CBC4AD}" type="parTrans" cxnId="{0AB3D992-641E-49DC-B2F1-8FA1301922C5}">
      <dgm:prSet/>
      <dgm:spPr/>
      <dgm:t>
        <a:bodyPr/>
        <a:lstStyle/>
        <a:p>
          <a:endParaRPr lang="en-US" sz="1600">
            <a:latin typeface="Times New Roman" panose="02020603050405020304" pitchFamily="18" charset="0"/>
            <a:cs typeface="Times New Roman" panose="02020603050405020304" pitchFamily="18" charset="0"/>
          </a:endParaRPr>
        </a:p>
      </dgm:t>
    </dgm:pt>
    <dgm:pt modelId="{52AB6F83-483D-43C1-9BA9-EAF54683AD26}" type="sibTrans" cxnId="{0AB3D992-641E-49DC-B2F1-8FA1301922C5}">
      <dgm:prSet/>
      <dgm:spPr/>
      <dgm:t>
        <a:bodyPr/>
        <a:lstStyle/>
        <a:p>
          <a:endParaRPr lang="en-US" sz="1600">
            <a:latin typeface="Times New Roman" panose="02020603050405020304" pitchFamily="18" charset="0"/>
            <a:cs typeface="Times New Roman" panose="02020603050405020304" pitchFamily="18" charset="0"/>
          </a:endParaRPr>
        </a:p>
      </dgm:t>
    </dgm:pt>
    <dgm:pt modelId="{C1C66C4C-1BC7-408B-8AF6-3C335AA6B6D3}">
      <dgm:prSet phldrT="[Text]" custT="1"/>
      <dgm:spPr/>
      <dgm:t>
        <a:bodyPr/>
        <a:lstStyle/>
        <a:p>
          <a:r>
            <a:rPr lang="en-US" sz="1800" b="1" dirty="0">
              <a:solidFill>
                <a:schemeClr val="tx1"/>
              </a:solidFill>
              <a:latin typeface="Times New Roman" panose="02020603050405020304" pitchFamily="18" charset="0"/>
              <a:cs typeface="Times New Roman" panose="02020603050405020304" pitchFamily="18" charset="0"/>
            </a:rPr>
            <a:t>Devices &amp; Circuits</a:t>
          </a:r>
        </a:p>
      </dgm:t>
    </dgm:pt>
    <dgm:pt modelId="{8A83F24B-4B72-49EA-95FD-44717A321D69}" type="parTrans" cxnId="{431BF5E4-7436-4BC3-9038-0DC4ADB4E2CE}">
      <dgm:prSet/>
      <dgm:spPr/>
      <dgm:t>
        <a:bodyPr/>
        <a:lstStyle/>
        <a:p>
          <a:endParaRPr lang="en-US" sz="1600">
            <a:latin typeface="Times New Roman" panose="02020603050405020304" pitchFamily="18" charset="0"/>
            <a:cs typeface="Times New Roman" panose="02020603050405020304" pitchFamily="18" charset="0"/>
          </a:endParaRPr>
        </a:p>
      </dgm:t>
    </dgm:pt>
    <dgm:pt modelId="{46815A0E-F092-4B7D-8156-00286D58E763}" type="sibTrans" cxnId="{431BF5E4-7436-4BC3-9038-0DC4ADB4E2CE}">
      <dgm:prSet/>
      <dgm:spPr/>
      <dgm:t>
        <a:bodyPr/>
        <a:lstStyle/>
        <a:p>
          <a:endParaRPr lang="en-US" sz="1600">
            <a:latin typeface="Times New Roman" panose="02020603050405020304" pitchFamily="18" charset="0"/>
            <a:cs typeface="Times New Roman" panose="02020603050405020304" pitchFamily="18" charset="0"/>
          </a:endParaRPr>
        </a:p>
      </dgm:t>
    </dgm:pt>
    <dgm:pt modelId="{7F4A193B-2752-474D-B6A3-0F5B0EB77137}" type="pres">
      <dgm:prSet presAssocID="{2E8DA183-58DC-46C3-84E8-64DFCCEC78D6}" presName="linear" presStyleCnt="0">
        <dgm:presLayoutVars>
          <dgm:dir/>
          <dgm:animLvl val="lvl"/>
          <dgm:resizeHandles val="exact"/>
        </dgm:presLayoutVars>
      </dgm:prSet>
      <dgm:spPr/>
    </dgm:pt>
    <dgm:pt modelId="{C6883964-C07F-4AF8-89B2-481FE36F1B52}" type="pres">
      <dgm:prSet presAssocID="{B015DD45-F3DF-4313-9BD1-06603CFCCEAC}" presName="parentLin" presStyleCnt="0"/>
      <dgm:spPr/>
    </dgm:pt>
    <dgm:pt modelId="{4F463047-8C79-40A9-A450-FC0650EA425C}" type="pres">
      <dgm:prSet presAssocID="{B015DD45-F3DF-4313-9BD1-06603CFCCEAC}" presName="parentLeftMargin" presStyleLbl="node1" presStyleIdx="0" presStyleCnt="3"/>
      <dgm:spPr/>
    </dgm:pt>
    <dgm:pt modelId="{58BC417A-ADFF-42D5-A956-B84105710FD7}" type="pres">
      <dgm:prSet presAssocID="{B015DD45-F3DF-4313-9BD1-06603CFCCEAC}" presName="parentText" presStyleLbl="node1" presStyleIdx="0" presStyleCnt="3" custScaleX="76033" custScaleY="39646" custLinFactNeighborY="1420">
        <dgm:presLayoutVars>
          <dgm:chMax val="0"/>
          <dgm:bulletEnabled val="1"/>
        </dgm:presLayoutVars>
      </dgm:prSet>
      <dgm:spPr/>
    </dgm:pt>
    <dgm:pt modelId="{7977806B-6FA5-4BCD-BA95-D44B89A51AE2}" type="pres">
      <dgm:prSet presAssocID="{B015DD45-F3DF-4313-9BD1-06603CFCCEAC}" presName="negativeSpace" presStyleCnt="0"/>
      <dgm:spPr/>
    </dgm:pt>
    <dgm:pt modelId="{48CF9BA8-6514-48BF-925A-9E7275FA54DE}" type="pres">
      <dgm:prSet presAssocID="{B015DD45-F3DF-4313-9BD1-06603CFCCEAC}" presName="childText" presStyleLbl="conFgAcc1" presStyleIdx="0" presStyleCnt="3">
        <dgm:presLayoutVars>
          <dgm:bulletEnabled val="1"/>
        </dgm:presLayoutVars>
      </dgm:prSet>
      <dgm:spPr/>
    </dgm:pt>
    <dgm:pt modelId="{B00AC61B-9271-47B5-A389-B28327346176}" type="pres">
      <dgm:prSet presAssocID="{A2C7EF9F-833B-4B81-AA4A-BA34E264A3A4}" presName="spaceBetweenRectangles" presStyleCnt="0"/>
      <dgm:spPr/>
    </dgm:pt>
    <dgm:pt modelId="{EAF84602-80FB-4B6E-BDA6-D7B72ADC46E5}" type="pres">
      <dgm:prSet presAssocID="{D95B1965-CB90-41D1-8C6F-0BB69CC4FE6C}" presName="parentLin" presStyleCnt="0"/>
      <dgm:spPr/>
    </dgm:pt>
    <dgm:pt modelId="{3B812F01-B4AB-445E-9D24-A0B8F24F2FF5}" type="pres">
      <dgm:prSet presAssocID="{D95B1965-CB90-41D1-8C6F-0BB69CC4FE6C}" presName="parentLeftMargin" presStyleLbl="node1" presStyleIdx="0" presStyleCnt="3"/>
      <dgm:spPr/>
    </dgm:pt>
    <dgm:pt modelId="{067A75AC-7217-4CD9-A938-1CACBDFA422F}" type="pres">
      <dgm:prSet presAssocID="{D95B1965-CB90-41D1-8C6F-0BB69CC4FE6C}" presName="parentText" presStyleLbl="node1" presStyleIdx="1" presStyleCnt="3" custScaleX="60732" custScaleY="46790" custLinFactNeighborX="-14709" custLinFactNeighborY="-2689">
        <dgm:presLayoutVars>
          <dgm:chMax val="0"/>
          <dgm:bulletEnabled val="1"/>
        </dgm:presLayoutVars>
      </dgm:prSet>
      <dgm:spPr/>
    </dgm:pt>
    <dgm:pt modelId="{CFD2BC81-8AB8-4206-A14E-A4F50F726FD3}" type="pres">
      <dgm:prSet presAssocID="{D95B1965-CB90-41D1-8C6F-0BB69CC4FE6C}" presName="negativeSpace" presStyleCnt="0"/>
      <dgm:spPr/>
    </dgm:pt>
    <dgm:pt modelId="{C8D1A759-5360-40F2-9199-693FF8565190}" type="pres">
      <dgm:prSet presAssocID="{D95B1965-CB90-41D1-8C6F-0BB69CC4FE6C}" presName="childText" presStyleLbl="conFgAcc1" presStyleIdx="1" presStyleCnt="3" custLinFactNeighborY="5278">
        <dgm:presLayoutVars>
          <dgm:bulletEnabled val="1"/>
        </dgm:presLayoutVars>
      </dgm:prSet>
      <dgm:spPr/>
    </dgm:pt>
    <dgm:pt modelId="{2475DD1D-7682-4E8C-820A-B84E4981E1CC}" type="pres">
      <dgm:prSet presAssocID="{52AB6F83-483D-43C1-9BA9-EAF54683AD26}" presName="spaceBetweenRectangles" presStyleCnt="0"/>
      <dgm:spPr/>
    </dgm:pt>
    <dgm:pt modelId="{5339C7AA-902D-475A-840A-15A3EFAD4BBE}" type="pres">
      <dgm:prSet presAssocID="{C1C66C4C-1BC7-408B-8AF6-3C335AA6B6D3}" presName="parentLin" presStyleCnt="0"/>
      <dgm:spPr/>
    </dgm:pt>
    <dgm:pt modelId="{87B1AB59-A96F-4281-9E72-05B61BC8EDBB}" type="pres">
      <dgm:prSet presAssocID="{C1C66C4C-1BC7-408B-8AF6-3C335AA6B6D3}" presName="parentLeftMargin" presStyleLbl="node1" presStyleIdx="1" presStyleCnt="3"/>
      <dgm:spPr/>
    </dgm:pt>
    <dgm:pt modelId="{FB7DBE93-D6DF-4200-BC66-E6876A15E63A}" type="pres">
      <dgm:prSet presAssocID="{C1C66C4C-1BC7-408B-8AF6-3C335AA6B6D3}" presName="parentText" presStyleLbl="node1" presStyleIdx="2" presStyleCnt="3" custScaleX="85266" custScaleY="51238">
        <dgm:presLayoutVars>
          <dgm:chMax val="0"/>
          <dgm:bulletEnabled val="1"/>
        </dgm:presLayoutVars>
      </dgm:prSet>
      <dgm:spPr/>
    </dgm:pt>
    <dgm:pt modelId="{D2DEF6DB-FA01-478B-81BF-768F24536471}" type="pres">
      <dgm:prSet presAssocID="{C1C66C4C-1BC7-408B-8AF6-3C335AA6B6D3}" presName="negativeSpace" presStyleCnt="0"/>
      <dgm:spPr/>
    </dgm:pt>
    <dgm:pt modelId="{A15F9379-5A87-4E15-BAE3-BA66F3E30172}" type="pres">
      <dgm:prSet presAssocID="{C1C66C4C-1BC7-408B-8AF6-3C335AA6B6D3}" presName="childText" presStyleLbl="conFgAcc1" presStyleIdx="2" presStyleCnt="3">
        <dgm:presLayoutVars>
          <dgm:bulletEnabled val="1"/>
        </dgm:presLayoutVars>
      </dgm:prSet>
      <dgm:spPr/>
    </dgm:pt>
  </dgm:ptLst>
  <dgm:cxnLst>
    <dgm:cxn modelId="{59CAD805-CDFA-46BC-A5C3-9510258C2AEA}" type="presOf" srcId="{B015DD45-F3DF-4313-9BD1-06603CFCCEAC}" destId="{4F463047-8C79-40A9-A450-FC0650EA425C}" srcOrd="0" destOrd="0" presId="urn:microsoft.com/office/officeart/2005/8/layout/list1"/>
    <dgm:cxn modelId="{139AB136-A211-45ED-9BE9-7001302232E8}" type="presOf" srcId="{2E8DA183-58DC-46C3-84E8-64DFCCEC78D6}" destId="{7F4A193B-2752-474D-B6A3-0F5B0EB77137}" srcOrd="0" destOrd="0" presId="urn:microsoft.com/office/officeart/2005/8/layout/list1"/>
    <dgm:cxn modelId="{78DA9839-3D16-449B-A82D-E28D3C306A4D}" type="presOf" srcId="{D95B1965-CB90-41D1-8C6F-0BB69CC4FE6C}" destId="{067A75AC-7217-4CD9-A938-1CACBDFA422F}" srcOrd="1" destOrd="0" presId="urn:microsoft.com/office/officeart/2005/8/layout/list1"/>
    <dgm:cxn modelId="{31618940-57D7-4952-91AE-C9CEDA0F6600}" type="presOf" srcId="{C1C66C4C-1BC7-408B-8AF6-3C335AA6B6D3}" destId="{FB7DBE93-D6DF-4200-BC66-E6876A15E63A}" srcOrd="1" destOrd="0" presId="urn:microsoft.com/office/officeart/2005/8/layout/list1"/>
    <dgm:cxn modelId="{817EB350-3F73-4C9E-B35A-9DF4185C0110}" srcId="{2E8DA183-58DC-46C3-84E8-64DFCCEC78D6}" destId="{B015DD45-F3DF-4313-9BD1-06603CFCCEAC}" srcOrd="0" destOrd="0" parTransId="{95694E53-CB79-4386-B4E2-08CB51FFCF35}" sibTransId="{A2C7EF9F-833B-4B81-AA4A-BA34E264A3A4}"/>
    <dgm:cxn modelId="{8AE2257C-5DBC-4987-90FC-D20897FD048C}" type="presOf" srcId="{B015DD45-F3DF-4313-9BD1-06603CFCCEAC}" destId="{58BC417A-ADFF-42D5-A956-B84105710FD7}" srcOrd="1" destOrd="0" presId="urn:microsoft.com/office/officeart/2005/8/layout/list1"/>
    <dgm:cxn modelId="{0AB3D992-641E-49DC-B2F1-8FA1301922C5}" srcId="{2E8DA183-58DC-46C3-84E8-64DFCCEC78D6}" destId="{D95B1965-CB90-41D1-8C6F-0BB69CC4FE6C}" srcOrd="1" destOrd="0" parTransId="{E38D75CB-37D0-49D1-8A5A-93C300CBC4AD}" sibTransId="{52AB6F83-483D-43C1-9BA9-EAF54683AD26}"/>
    <dgm:cxn modelId="{A6B6C7AE-2DC6-48BC-B11C-7627F990E35D}" type="presOf" srcId="{D95B1965-CB90-41D1-8C6F-0BB69CC4FE6C}" destId="{3B812F01-B4AB-445E-9D24-A0B8F24F2FF5}" srcOrd="0" destOrd="0" presId="urn:microsoft.com/office/officeart/2005/8/layout/list1"/>
    <dgm:cxn modelId="{029A1AE2-1CF2-49DA-A777-A4C721360F0A}" type="presOf" srcId="{C1C66C4C-1BC7-408B-8AF6-3C335AA6B6D3}" destId="{87B1AB59-A96F-4281-9E72-05B61BC8EDBB}" srcOrd="0" destOrd="0" presId="urn:microsoft.com/office/officeart/2005/8/layout/list1"/>
    <dgm:cxn modelId="{431BF5E4-7436-4BC3-9038-0DC4ADB4E2CE}" srcId="{2E8DA183-58DC-46C3-84E8-64DFCCEC78D6}" destId="{C1C66C4C-1BC7-408B-8AF6-3C335AA6B6D3}" srcOrd="2" destOrd="0" parTransId="{8A83F24B-4B72-49EA-95FD-44717A321D69}" sibTransId="{46815A0E-F092-4B7D-8156-00286D58E763}"/>
    <dgm:cxn modelId="{1149EBD9-3417-44D7-8F8C-6CF4F2EAFEFB}" type="presParOf" srcId="{7F4A193B-2752-474D-B6A3-0F5B0EB77137}" destId="{C6883964-C07F-4AF8-89B2-481FE36F1B52}" srcOrd="0" destOrd="0" presId="urn:microsoft.com/office/officeart/2005/8/layout/list1"/>
    <dgm:cxn modelId="{BED4EB40-CFE2-4112-82AE-3BA70907DAA5}" type="presParOf" srcId="{C6883964-C07F-4AF8-89B2-481FE36F1B52}" destId="{4F463047-8C79-40A9-A450-FC0650EA425C}" srcOrd="0" destOrd="0" presId="urn:microsoft.com/office/officeart/2005/8/layout/list1"/>
    <dgm:cxn modelId="{FEDE0692-A89A-4C91-92B2-D88B518F15D3}" type="presParOf" srcId="{C6883964-C07F-4AF8-89B2-481FE36F1B52}" destId="{58BC417A-ADFF-42D5-A956-B84105710FD7}" srcOrd="1" destOrd="0" presId="urn:microsoft.com/office/officeart/2005/8/layout/list1"/>
    <dgm:cxn modelId="{94287EAC-AD38-44A8-80B2-676185CA821D}" type="presParOf" srcId="{7F4A193B-2752-474D-B6A3-0F5B0EB77137}" destId="{7977806B-6FA5-4BCD-BA95-D44B89A51AE2}" srcOrd="1" destOrd="0" presId="urn:microsoft.com/office/officeart/2005/8/layout/list1"/>
    <dgm:cxn modelId="{42135292-A335-406C-8C6E-5AFC525DA9EE}" type="presParOf" srcId="{7F4A193B-2752-474D-B6A3-0F5B0EB77137}" destId="{48CF9BA8-6514-48BF-925A-9E7275FA54DE}" srcOrd="2" destOrd="0" presId="urn:microsoft.com/office/officeart/2005/8/layout/list1"/>
    <dgm:cxn modelId="{09DFD6D9-04F3-44E8-B2E3-7748BAB93881}" type="presParOf" srcId="{7F4A193B-2752-474D-B6A3-0F5B0EB77137}" destId="{B00AC61B-9271-47B5-A389-B28327346176}" srcOrd="3" destOrd="0" presId="urn:microsoft.com/office/officeart/2005/8/layout/list1"/>
    <dgm:cxn modelId="{B9038566-EA16-449B-A760-EE62AA75FF26}" type="presParOf" srcId="{7F4A193B-2752-474D-B6A3-0F5B0EB77137}" destId="{EAF84602-80FB-4B6E-BDA6-D7B72ADC46E5}" srcOrd="4" destOrd="0" presId="urn:microsoft.com/office/officeart/2005/8/layout/list1"/>
    <dgm:cxn modelId="{B34BFBE7-5596-48F4-92AE-E08A653D7B37}" type="presParOf" srcId="{EAF84602-80FB-4B6E-BDA6-D7B72ADC46E5}" destId="{3B812F01-B4AB-445E-9D24-A0B8F24F2FF5}" srcOrd="0" destOrd="0" presId="urn:microsoft.com/office/officeart/2005/8/layout/list1"/>
    <dgm:cxn modelId="{7D72FF87-8582-4064-80BA-1AFB9EC5C5A5}" type="presParOf" srcId="{EAF84602-80FB-4B6E-BDA6-D7B72ADC46E5}" destId="{067A75AC-7217-4CD9-A938-1CACBDFA422F}" srcOrd="1" destOrd="0" presId="urn:microsoft.com/office/officeart/2005/8/layout/list1"/>
    <dgm:cxn modelId="{CA0654B0-4FBB-47AA-8EE3-476BF3279ABD}" type="presParOf" srcId="{7F4A193B-2752-474D-B6A3-0F5B0EB77137}" destId="{CFD2BC81-8AB8-4206-A14E-A4F50F726FD3}" srcOrd="5" destOrd="0" presId="urn:microsoft.com/office/officeart/2005/8/layout/list1"/>
    <dgm:cxn modelId="{D136DD48-FE23-4EF7-B1F4-44CFB1AF68B6}" type="presParOf" srcId="{7F4A193B-2752-474D-B6A3-0F5B0EB77137}" destId="{C8D1A759-5360-40F2-9199-693FF8565190}" srcOrd="6" destOrd="0" presId="urn:microsoft.com/office/officeart/2005/8/layout/list1"/>
    <dgm:cxn modelId="{3D1F7FC8-B47F-4F35-B16B-D177A6206BB0}" type="presParOf" srcId="{7F4A193B-2752-474D-B6A3-0F5B0EB77137}" destId="{2475DD1D-7682-4E8C-820A-B84E4981E1CC}" srcOrd="7" destOrd="0" presId="urn:microsoft.com/office/officeart/2005/8/layout/list1"/>
    <dgm:cxn modelId="{3E1E986B-009D-4FF7-AB3E-9EFCCF7D8349}" type="presParOf" srcId="{7F4A193B-2752-474D-B6A3-0F5B0EB77137}" destId="{5339C7AA-902D-475A-840A-15A3EFAD4BBE}" srcOrd="8" destOrd="0" presId="urn:microsoft.com/office/officeart/2005/8/layout/list1"/>
    <dgm:cxn modelId="{1C574556-2CB8-47EC-AAF4-AFE35F6C5307}" type="presParOf" srcId="{5339C7AA-902D-475A-840A-15A3EFAD4BBE}" destId="{87B1AB59-A96F-4281-9E72-05B61BC8EDBB}" srcOrd="0" destOrd="0" presId="urn:microsoft.com/office/officeart/2005/8/layout/list1"/>
    <dgm:cxn modelId="{51E94263-3AC8-4B5B-8E36-D633D85E512C}" type="presParOf" srcId="{5339C7AA-902D-475A-840A-15A3EFAD4BBE}" destId="{FB7DBE93-D6DF-4200-BC66-E6876A15E63A}" srcOrd="1" destOrd="0" presId="urn:microsoft.com/office/officeart/2005/8/layout/list1"/>
    <dgm:cxn modelId="{D74A8C32-F019-42A9-A3B8-7D5E739E614F}" type="presParOf" srcId="{7F4A193B-2752-474D-B6A3-0F5B0EB77137}" destId="{D2DEF6DB-FA01-478B-81BF-768F24536471}" srcOrd="9" destOrd="0" presId="urn:microsoft.com/office/officeart/2005/8/layout/list1"/>
    <dgm:cxn modelId="{4C91909A-2BBC-47F9-9143-C71E8ABFBB26}" type="presParOf" srcId="{7F4A193B-2752-474D-B6A3-0F5B0EB77137}" destId="{A15F9379-5A87-4E15-BAE3-BA66F3E30172}"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01A011-CF8B-4E56-A90B-C7CA8DA3A179}"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530F2A50-0063-4FBE-9191-8CC91369347C}">
      <dgm:prSet phldrT="[Text]" custT="1"/>
      <dgm:spPr/>
      <dgm:t>
        <a:bodyPr/>
        <a:lstStyle/>
        <a:p>
          <a:r>
            <a:rPr lang="en-US" sz="3200" b="1" dirty="0">
              <a:solidFill>
                <a:schemeClr val="tx1"/>
              </a:solidFill>
              <a:latin typeface="Times New Roman" panose="02020603050405020304" pitchFamily="18" charset="0"/>
              <a:cs typeface="Times New Roman" panose="02020603050405020304" pitchFamily="18" charset="0"/>
            </a:rPr>
            <a:t>DEVICE</a:t>
          </a:r>
        </a:p>
      </dgm:t>
    </dgm:pt>
    <dgm:pt modelId="{B29150BE-DC0A-44E1-867A-E4156A567CF6}" type="parTrans" cxnId="{DAC92AF2-7421-4A76-89B3-4759FA4DD567}">
      <dgm:prSet/>
      <dgm:spPr/>
      <dgm:t>
        <a:bodyPr/>
        <a:lstStyle/>
        <a:p>
          <a:endParaRPr lang="en-US"/>
        </a:p>
      </dgm:t>
    </dgm:pt>
    <dgm:pt modelId="{D6068F7B-CDA1-40B7-8FD2-FE4AAE859012}" type="sibTrans" cxnId="{DAC92AF2-7421-4A76-89B3-4759FA4DD567}">
      <dgm:prSet/>
      <dgm:spPr/>
      <dgm:t>
        <a:bodyPr/>
        <a:lstStyle/>
        <a:p>
          <a:endParaRPr lang="en-US"/>
        </a:p>
      </dgm:t>
    </dgm:pt>
    <dgm:pt modelId="{9E578B6D-86CC-4FD9-94D3-6D710F87EC87}">
      <dgm:prSet phldrT="[Text]" custT="1"/>
      <dgm:spPr/>
      <dgm:t>
        <a:bodyPr/>
        <a:lstStyle/>
        <a:p>
          <a:r>
            <a:rPr lang="en-US" sz="2400" dirty="0">
              <a:latin typeface="Times New Roman" panose="02020603050405020304" pitchFamily="18" charset="0"/>
              <a:cs typeface="Times New Roman" panose="02020603050405020304" pitchFamily="18" charset="0"/>
            </a:rPr>
            <a:t>Building Block of the Circuit</a:t>
          </a:r>
        </a:p>
      </dgm:t>
    </dgm:pt>
    <dgm:pt modelId="{9BAABCA7-5E67-4944-A0DE-81F5A6EA6052}" type="parTrans" cxnId="{F8B16BBF-BAF0-439E-852E-571703CC6B43}">
      <dgm:prSet/>
      <dgm:spPr/>
      <dgm:t>
        <a:bodyPr/>
        <a:lstStyle/>
        <a:p>
          <a:endParaRPr lang="en-US"/>
        </a:p>
      </dgm:t>
    </dgm:pt>
    <dgm:pt modelId="{B57A1D8F-00E8-4EE9-9038-1FF9DBA8B215}" type="sibTrans" cxnId="{F8B16BBF-BAF0-439E-852E-571703CC6B43}">
      <dgm:prSet/>
      <dgm:spPr/>
      <dgm:t>
        <a:bodyPr/>
        <a:lstStyle/>
        <a:p>
          <a:endParaRPr lang="en-US"/>
        </a:p>
      </dgm:t>
    </dgm:pt>
    <dgm:pt modelId="{7210BFBB-5D5C-419F-B592-5FBEA67F7C58}">
      <dgm:prSet phldrT="[Text]" custT="1"/>
      <dgm:spPr/>
      <dgm:t>
        <a:bodyPr/>
        <a:lstStyle/>
        <a:p>
          <a:r>
            <a:rPr lang="en-US" sz="2400" dirty="0">
              <a:latin typeface="Times New Roman" panose="02020603050405020304" pitchFamily="18" charset="0"/>
              <a:cs typeface="Times New Roman" panose="02020603050405020304" pitchFamily="18" charset="0"/>
            </a:rPr>
            <a:t>Ex: Transistor, Resistor, Inductor, Capacitor, etc.</a:t>
          </a:r>
        </a:p>
      </dgm:t>
    </dgm:pt>
    <dgm:pt modelId="{2282DABA-9AD6-424D-B92B-65BD09FA7139}" type="parTrans" cxnId="{ABD92113-CCC9-42B8-A08F-2E21B35DEBB8}">
      <dgm:prSet/>
      <dgm:spPr/>
      <dgm:t>
        <a:bodyPr/>
        <a:lstStyle/>
        <a:p>
          <a:endParaRPr lang="en-US"/>
        </a:p>
      </dgm:t>
    </dgm:pt>
    <dgm:pt modelId="{E091885B-CD86-4ACD-831F-EE596CADC3C3}" type="sibTrans" cxnId="{ABD92113-CCC9-42B8-A08F-2E21B35DEBB8}">
      <dgm:prSet/>
      <dgm:spPr/>
      <dgm:t>
        <a:bodyPr/>
        <a:lstStyle/>
        <a:p>
          <a:endParaRPr lang="en-US"/>
        </a:p>
      </dgm:t>
    </dgm:pt>
    <dgm:pt modelId="{A13B5F5C-2A3F-46CC-8EE2-77B8F3263DAB}">
      <dgm:prSet phldrT="[Text]" custT="1"/>
      <dgm:spPr/>
      <dgm:t>
        <a:bodyPr/>
        <a:lstStyle/>
        <a:p>
          <a:r>
            <a:rPr lang="en-US" sz="3200" b="1" dirty="0">
              <a:solidFill>
                <a:schemeClr val="tx1"/>
              </a:solidFill>
              <a:latin typeface="Times New Roman" panose="02020603050405020304" pitchFamily="18" charset="0"/>
              <a:cs typeface="Times New Roman" panose="02020603050405020304" pitchFamily="18" charset="0"/>
            </a:rPr>
            <a:t>CIRCUIT</a:t>
          </a:r>
        </a:p>
      </dgm:t>
    </dgm:pt>
    <dgm:pt modelId="{A3E269D7-C372-4A32-993A-938ED3B862E9}" type="parTrans" cxnId="{3FB204E2-B54E-460C-B0EC-368F207C22A5}">
      <dgm:prSet/>
      <dgm:spPr/>
      <dgm:t>
        <a:bodyPr/>
        <a:lstStyle/>
        <a:p>
          <a:endParaRPr lang="en-US"/>
        </a:p>
      </dgm:t>
    </dgm:pt>
    <dgm:pt modelId="{FCE0EEDF-84B6-46DF-AA2F-6B6C2A052AC4}" type="sibTrans" cxnId="{3FB204E2-B54E-460C-B0EC-368F207C22A5}">
      <dgm:prSet/>
      <dgm:spPr/>
      <dgm:t>
        <a:bodyPr/>
        <a:lstStyle/>
        <a:p>
          <a:endParaRPr lang="en-US"/>
        </a:p>
      </dgm:t>
    </dgm:pt>
    <dgm:pt modelId="{14251363-0BFE-48C5-BDE3-F0E0D8A8E581}">
      <dgm:prSet phldrT="[Text]" custT="1"/>
      <dgm:spPr/>
      <dgm:t>
        <a:bodyPr/>
        <a:lstStyle/>
        <a:p>
          <a:r>
            <a:rPr lang="en-US" sz="2400" dirty="0">
              <a:latin typeface="Times New Roman" panose="02020603050405020304" pitchFamily="18" charset="0"/>
              <a:cs typeface="Times New Roman" panose="02020603050405020304" pitchFamily="18" charset="0"/>
            </a:rPr>
            <a:t>Meaningful Interconnection of Devices to Perform a Specific Function</a:t>
          </a:r>
        </a:p>
      </dgm:t>
    </dgm:pt>
    <dgm:pt modelId="{88FF8106-6535-46C5-8EBA-DE7C73479872}" type="parTrans" cxnId="{B498F5C0-CA3D-48ED-AD92-CB673C12DE87}">
      <dgm:prSet/>
      <dgm:spPr/>
      <dgm:t>
        <a:bodyPr/>
        <a:lstStyle/>
        <a:p>
          <a:endParaRPr lang="en-US"/>
        </a:p>
      </dgm:t>
    </dgm:pt>
    <dgm:pt modelId="{DDC26E80-7361-440C-B31F-08C2FCB5790E}" type="sibTrans" cxnId="{B498F5C0-CA3D-48ED-AD92-CB673C12DE87}">
      <dgm:prSet/>
      <dgm:spPr/>
      <dgm:t>
        <a:bodyPr/>
        <a:lstStyle/>
        <a:p>
          <a:endParaRPr lang="en-US"/>
        </a:p>
      </dgm:t>
    </dgm:pt>
    <dgm:pt modelId="{7405F845-965E-448A-952D-D2DA55381BBE}">
      <dgm:prSet phldrT="[Text]" custT="1"/>
      <dgm:spPr/>
      <dgm:t>
        <a:bodyPr/>
        <a:lstStyle/>
        <a:p>
          <a:r>
            <a:rPr lang="en-US" sz="3200" b="1" dirty="0">
              <a:solidFill>
                <a:schemeClr val="tx1"/>
              </a:solidFill>
              <a:latin typeface="Times New Roman" panose="02020603050405020304" pitchFamily="18" charset="0"/>
              <a:cs typeface="Times New Roman" panose="02020603050405020304" pitchFamily="18" charset="0"/>
            </a:rPr>
            <a:t>SYSTEM</a:t>
          </a:r>
        </a:p>
      </dgm:t>
    </dgm:pt>
    <dgm:pt modelId="{31DE85B3-131C-4FA7-9936-903DAD81B460}" type="parTrans" cxnId="{52CA6898-A4AB-4F0E-BE99-334E2439C3F7}">
      <dgm:prSet/>
      <dgm:spPr/>
      <dgm:t>
        <a:bodyPr/>
        <a:lstStyle/>
        <a:p>
          <a:endParaRPr lang="en-US"/>
        </a:p>
      </dgm:t>
    </dgm:pt>
    <dgm:pt modelId="{30A1488D-BFEA-43E0-AE6A-A40CF094B4EC}" type="sibTrans" cxnId="{52CA6898-A4AB-4F0E-BE99-334E2439C3F7}">
      <dgm:prSet/>
      <dgm:spPr/>
      <dgm:t>
        <a:bodyPr/>
        <a:lstStyle/>
        <a:p>
          <a:endParaRPr lang="en-US"/>
        </a:p>
      </dgm:t>
    </dgm:pt>
    <dgm:pt modelId="{323573B8-ECE3-41FE-B627-71889B785F84}">
      <dgm:prSet phldrT="[Text]" custT="1"/>
      <dgm:spPr/>
      <dgm:t>
        <a:bodyPr/>
        <a:lstStyle/>
        <a:p>
          <a:r>
            <a:rPr lang="en-US" sz="2400" dirty="0">
              <a:latin typeface="Times New Roman" panose="02020603050405020304" pitchFamily="18" charset="0"/>
              <a:cs typeface="Times New Roman" panose="02020603050405020304" pitchFamily="18" charset="0"/>
            </a:rPr>
            <a:t>Circuit + Device (Electrical/ Non Electrical Interface)</a:t>
          </a:r>
        </a:p>
      </dgm:t>
    </dgm:pt>
    <dgm:pt modelId="{9CB4CC22-D968-4D4E-9059-44F325C1FB35}" type="parTrans" cxnId="{EC1CCFE0-4A7F-48BC-91C8-F50D2DA3AEE1}">
      <dgm:prSet/>
      <dgm:spPr/>
      <dgm:t>
        <a:bodyPr/>
        <a:lstStyle/>
        <a:p>
          <a:endParaRPr lang="en-US"/>
        </a:p>
      </dgm:t>
    </dgm:pt>
    <dgm:pt modelId="{F531674D-FD2F-4F93-AA79-5F0D09D4185B}" type="sibTrans" cxnId="{EC1CCFE0-4A7F-48BC-91C8-F50D2DA3AEE1}">
      <dgm:prSet/>
      <dgm:spPr/>
      <dgm:t>
        <a:bodyPr/>
        <a:lstStyle/>
        <a:p>
          <a:endParaRPr lang="en-US"/>
        </a:p>
      </dgm:t>
    </dgm:pt>
    <dgm:pt modelId="{36AC8677-F9E2-4F3E-8C45-CA55042470FA}">
      <dgm:prSet phldrT="[Text]" custT="1"/>
      <dgm:spPr/>
      <dgm:t>
        <a:bodyPr/>
        <a:lstStyle/>
        <a:p>
          <a:endParaRPr lang="en-US" sz="2400" dirty="0">
            <a:latin typeface="Times New Roman" panose="02020603050405020304" pitchFamily="18" charset="0"/>
            <a:cs typeface="Times New Roman" panose="02020603050405020304" pitchFamily="18" charset="0"/>
          </a:endParaRPr>
        </a:p>
      </dgm:t>
    </dgm:pt>
    <dgm:pt modelId="{6C9B396D-8440-4909-A69B-FA0EDF46ADBA}" type="parTrans" cxnId="{DFE5E674-983E-47CF-9F91-6AD54F0CD480}">
      <dgm:prSet/>
      <dgm:spPr/>
      <dgm:t>
        <a:bodyPr/>
        <a:lstStyle/>
        <a:p>
          <a:endParaRPr lang="en-IN"/>
        </a:p>
      </dgm:t>
    </dgm:pt>
    <dgm:pt modelId="{A9A3C488-D50A-47D6-9345-499FF5BE76D2}" type="sibTrans" cxnId="{DFE5E674-983E-47CF-9F91-6AD54F0CD480}">
      <dgm:prSet/>
      <dgm:spPr/>
      <dgm:t>
        <a:bodyPr/>
        <a:lstStyle/>
        <a:p>
          <a:endParaRPr lang="en-IN"/>
        </a:p>
      </dgm:t>
    </dgm:pt>
    <dgm:pt modelId="{F133B21A-DEDA-40DA-BD51-341C2E4F7F62}">
      <dgm:prSet phldrT="[Text]" custT="1"/>
      <dgm:spPr/>
      <dgm:t>
        <a:bodyPr/>
        <a:lstStyle/>
        <a:p>
          <a:r>
            <a:rPr lang="en-US" sz="2400" dirty="0">
              <a:latin typeface="Times New Roman" panose="02020603050405020304" pitchFamily="18" charset="0"/>
              <a:cs typeface="Times New Roman" panose="02020603050405020304" pitchFamily="18" charset="0"/>
            </a:rPr>
            <a:t>Ex: Low-pass Filter, Power Supply Circuit, etc.</a:t>
          </a:r>
        </a:p>
      </dgm:t>
    </dgm:pt>
    <dgm:pt modelId="{AD6F761F-3937-436C-BC14-6329E25F71B0}" type="parTrans" cxnId="{D4311920-CB42-48E4-9D99-F4C207E4562F}">
      <dgm:prSet/>
      <dgm:spPr/>
      <dgm:t>
        <a:bodyPr/>
        <a:lstStyle/>
        <a:p>
          <a:endParaRPr lang="en-IN"/>
        </a:p>
      </dgm:t>
    </dgm:pt>
    <dgm:pt modelId="{2DE9B94F-0180-4BA1-9626-5C576D74428F}" type="sibTrans" cxnId="{D4311920-CB42-48E4-9D99-F4C207E4562F}">
      <dgm:prSet/>
      <dgm:spPr/>
      <dgm:t>
        <a:bodyPr/>
        <a:lstStyle/>
        <a:p>
          <a:endParaRPr lang="en-IN"/>
        </a:p>
      </dgm:t>
    </dgm:pt>
    <dgm:pt modelId="{CB9B80B4-0D10-40C5-AD4D-FCA8E31073DB}">
      <dgm:prSet phldrT="[Text]" custT="1"/>
      <dgm:spPr/>
      <dgm:t>
        <a:bodyPr/>
        <a:lstStyle/>
        <a:p>
          <a:endParaRPr lang="en-US" sz="2400" dirty="0">
            <a:latin typeface="Times New Roman" panose="02020603050405020304" pitchFamily="18" charset="0"/>
            <a:cs typeface="Times New Roman" panose="02020603050405020304" pitchFamily="18" charset="0"/>
          </a:endParaRPr>
        </a:p>
      </dgm:t>
    </dgm:pt>
    <dgm:pt modelId="{D3ED062A-F26D-4877-B286-F957615E1B91}" type="parTrans" cxnId="{E096BFAB-890B-4CAF-9C51-6EF3777439CE}">
      <dgm:prSet/>
      <dgm:spPr/>
      <dgm:t>
        <a:bodyPr/>
        <a:lstStyle/>
        <a:p>
          <a:endParaRPr lang="en-IN"/>
        </a:p>
      </dgm:t>
    </dgm:pt>
    <dgm:pt modelId="{9F547717-DC11-402F-844E-48144D76C1CA}" type="sibTrans" cxnId="{E096BFAB-890B-4CAF-9C51-6EF3777439CE}">
      <dgm:prSet/>
      <dgm:spPr/>
      <dgm:t>
        <a:bodyPr/>
        <a:lstStyle/>
        <a:p>
          <a:endParaRPr lang="en-IN"/>
        </a:p>
      </dgm:t>
    </dgm:pt>
    <dgm:pt modelId="{3EFA3BB3-401F-4E8F-907A-8C8C6CD1D268}">
      <dgm:prSet phldrT="[Text]" custT="1"/>
      <dgm:spPr/>
      <dgm:t>
        <a:bodyPr/>
        <a:lstStyle/>
        <a:p>
          <a:r>
            <a:rPr lang="en-US" sz="2400" dirty="0">
              <a:latin typeface="Times New Roman" panose="02020603050405020304" pitchFamily="18" charset="0"/>
              <a:cs typeface="Times New Roman" panose="02020603050405020304" pitchFamily="18" charset="0"/>
            </a:rPr>
            <a:t>Ex: Communication System, Robotic Arm, etc. </a:t>
          </a:r>
        </a:p>
      </dgm:t>
    </dgm:pt>
    <dgm:pt modelId="{CA0B141B-0131-4649-9C37-C2B535BB56C7}" type="parTrans" cxnId="{7ED08548-3415-4267-B3B8-A08D28DC3CF5}">
      <dgm:prSet/>
      <dgm:spPr/>
      <dgm:t>
        <a:bodyPr/>
        <a:lstStyle/>
        <a:p>
          <a:endParaRPr lang="en-IN"/>
        </a:p>
      </dgm:t>
    </dgm:pt>
    <dgm:pt modelId="{E4FB5285-6BCC-4503-BF35-50D204771DA9}" type="sibTrans" cxnId="{7ED08548-3415-4267-B3B8-A08D28DC3CF5}">
      <dgm:prSet/>
      <dgm:spPr/>
      <dgm:t>
        <a:bodyPr/>
        <a:lstStyle/>
        <a:p>
          <a:endParaRPr lang="en-IN"/>
        </a:p>
      </dgm:t>
    </dgm:pt>
    <dgm:pt modelId="{1AEB3302-A5DA-4F9F-89CD-A364F500BF69}">
      <dgm:prSet phldrT="[Text]" custT="1"/>
      <dgm:spPr/>
      <dgm:t>
        <a:bodyPr/>
        <a:lstStyle/>
        <a:p>
          <a:endParaRPr lang="en-US" sz="2400" dirty="0">
            <a:latin typeface="Times New Roman" panose="02020603050405020304" pitchFamily="18" charset="0"/>
            <a:cs typeface="Times New Roman" panose="02020603050405020304" pitchFamily="18" charset="0"/>
          </a:endParaRPr>
        </a:p>
      </dgm:t>
    </dgm:pt>
    <dgm:pt modelId="{0EE2E3FE-6ADD-4DAC-844A-55EF20843E92}" type="parTrans" cxnId="{F4A5A7B1-7DAB-40ED-AD91-E1A804FB59CC}">
      <dgm:prSet/>
      <dgm:spPr/>
      <dgm:t>
        <a:bodyPr/>
        <a:lstStyle/>
        <a:p>
          <a:endParaRPr lang="en-IN"/>
        </a:p>
      </dgm:t>
    </dgm:pt>
    <dgm:pt modelId="{B2A11A27-80FB-4369-8282-322932928127}" type="sibTrans" cxnId="{F4A5A7B1-7DAB-40ED-AD91-E1A804FB59CC}">
      <dgm:prSet/>
      <dgm:spPr/>
      <dgm:t>
        <a:bodyPr/>
        <a:lstStyle/>
        <a:p>
          <a:endParaRPr lang="en-IN"/>
        </a:p>
      </dgm:t>
    </dgm:pt>
    <dgm:pt modelId="{43940BE7-9E98-40F2-93CF-30415FBBA45C}" type="pres">
      <dgm:prSet presAssocID="{CC01A011-CF8B-4E56-A90B-C7CA8DA3A179}" presName="Name0" presStyleCnt="0">
        <dgm:presLayoutVars>
          <dgm:dir/>
          <dgm:animLvl val="lvl"/>
          <dgm:resizeHandles val="exact"/>
        </dgm:presLayoutVars>
      </dgm:prSet>
      <dgm:spPr/>
    </dgm:pt>
    <dgm:pt modelId="{E315888F-F185-4C0A-9635-684E899875DE}" type="pres">
      <dgm:prSet presAssocID="{530F2A50-0063-4FBE-9191-8CC91369347C}" presName="composite" presStyleCnt="0"/>
      <dgm:spPr/>
    </dgm:pt>
    <dgm:pt modelId="{DBD8CF6A-7B71-4526-BC70-AB9FD0EA7276}" type="pres">
      <dgm:prSet presAssocID="{530F2A50-0063-4FBE-9191-8CC91369347C}" presName="parTx" presStyleLbl="alignNode1" presStyleIdx="0" presStyleCnt="3">
        <dgm:presLayoutVars>
          <dgm:chMax val="0"/>
          <dgm:chPref val="0"/>
          <dgm:bulletEnabled val="1"/>
        </dgm:presLayoutVars>
      </dgm:prSet>
      <dgm:spPr/>
    </dgm:pt>
    <dgm:pt modelId="{6D30EDFA-A76E-4265-908F-9A7236DD91B8}" type="pres">
      <dgm:prSet presAssocID="{530F2A50-0063-4FBE-9191-8CC91369347C}" presName="desTx" presStyleLbl="alignAccFollowNode1" presStyleIdx="0" presStyleCnt="3">
        <dgm:presLayoutVars>
          <dgm:bulletEnabled val="1"/>
        </dgm:presLayoutVars>
      </dgm:prSet>
      <dgm:spPr/>
    </dgm:pt>
    <dgm:pt modelId="{E8959150-D734-489E-94D7-1E9F25E099BD}" type="pres">
      <dgm:prSet presAssocID="{D6068F7B-CDA1-40B7-8FD2-FE4AAE859012}" presName="space" presStyleCnt="0"/>
      <dgm:spPr/>
    </dgm:pt>
    <dgm:pt modelId="{DE489144-BFAF-48A8-A777-27B2161E85ED}" type="pres">
      <dgm:prSet presAssocID="{A13B5F5C-2A3F-46CC-8EE2-77B8F3263DAB}" presName="composite" presStyleCnt="0"/>
      <dgm:spPr/>
    </dgm:pt>
    <dgm:pt modelId="{090E4458-EF55-4A79-AAC8-616C0A90CC0D}" type="pres">
      <dgm:prSet presAssocID="{A13B5F5C-2A3F-46CC-8EE2-77B8F3263DAB}" presName="parTx" presStyleLbl="alignNode1" presStyleIdx="1" presStyleCnt="3">
        <dgm:presLayoutVars>
          <dgm:chMax val="0"/>
          <dgm:chPref val="0"/>
          <dgm:bulletEnabled val="1"/>
        </dgm:presLayoutVars>
      </dgm:prSet>
      <dgm:spPr/>
    </dgm:pt>
    <dgm:pt modelId="{3EC113F8-39A8-4D98-8FB6-08459BEEB25D}" type="pres">
      <dgm:prSet presAssocID="{A13B5F5C-2A3F-46CC-8EE2-77B8F3263DAB}" presName="desTx" presStyleLbl="alignAccFollowNode1" presStyleIdx="1" presStyleCnt="3">
        <dgm:presLayoutVars>
          <dgm:bulletEnabled val="1"/>
        </dgm:presLayoutVars>
      </dgm:prSet>
      <dgm:spPr/>
    </dgm:pt>
    <dgm:pt modelId="{966D9D4C-5013-42A7-9167-CDD81540085B}" type="pres">
      <dgm:prSet presAssocID="{FCE0EEDF-84B6-46DF-AA2F-6B6C2A052AC4}" presName="space" presStyleCnt="0"/>
      <dgm:spPr/>
    </dgm:pt>
    <dgm:pt modelId="{42E4F1A6-864B-40DA-8AF6-CF34927F8F1A}" type="pres">
      <dgm:prSet presAssocID="{7405F845-965E-448A-952D-D2DA55381BBE}" presName="composite" presStyleCnt="0"/>
      <dgm:spPr/>
    </dgm:pt>
    <dgm:pt modelId="{B7403738-C26F-4488-83EF-A5564C819307}" type="pres">
      <dgm:prSet presAssocID="{7405F845-965E-448A-952D-D2DA55381BBE}" presName="parTx" presStyleLbl="alignNode1" presStyleIdx="2" presStyleCnt="3">
        <dgm:presLayoutVars>
          <dgm:chMax val="0"/>
          <dgm:chPref val="0"/>
          <dgm:bulletEnabled val="1"/>
        </dgm:presLayoutVars>
      </dgm:prSet>
      <dgm:spPr/>
    </dgm:pt>
    <dgm:pt modelId="{5A5A708E-0D0F-48F8-8FA2-7CEA0CBE7989}" type="pres">
      <dgm:prSet presAssocID="{7405F845-965E-448A-952D-D2DA55381BBE}" presName="desTx" presStyleLbl="alignAccFollowNode1" presStyleIdx="2" presStyleCnt="3">
        <dgm:presLayoutVars>
          <dgm:bulletEnabled val="1"/>
        </dgm:presLayoutVars>
      </dgm:prSet>
      <dgm:spPr/>
    </dgm:pt>
  </dgm:ptLst>
  <dgm:cxnLst>
    <dgm:cxn modelId="{FD6E9F03-EB2B-4141-90D5-D3F5C7BDE0DA}" type="presOf" srcId="{7405F845-965E-448A-952D-D2DA55381BBE}" destId="{B7403738-C26F-4488-83EF-A5564C819307}" srcOrd="0" destOrd="0" presId="urn:microsoft.com/office/officeart/2005/8/layout/hList1"/>
    <dgm:cxn modelId="{8D0E020C-7C60-4B6E-BD52-200E3ABD3DAB}" type="presOf" srcId="{36AC8677-F9E2-4F3E-8C45-CA55042470FA}" destId="{6D30EDFA-A76E-4265-908F-9A7236DD91B8}" srcOrd="0" destOrd="1" presId="urn:microsoft.com/office/officeart/2005/8/layout/hList1"/>
    <dgm:cxn modelId="{F3FD1A0D-15A8-42CC-AB02-64DA96508D62}" type="presOf" srcId="{9E578B6D-86CC-4FD9-94D3-6D710F87EC87}" destId="{6D30EDFA-A76E-4265-908F-9A7236DD91B8}" srcOrd="0" destOrd="0" presId="urn:microsoft.com/office/officeart/2005/8/layout/hList1"/>
    <dgm:cxn modelId="{ABD92113-CCC9-42B8-A08F-2E21B35DEBB8}" srcId="{530F2A50-0063-4FBE-9191-8CC91369347C}" destId="{7210BFBB-5D5C-419F-B592-5FBEA67F7C58}" srcOrd="2" destOrd="0" parTransId="{2282DABA-9AD6-424D-B92B-65BD09FA7139}" sibTransId="{E091885B-CD86-4ACD-831F-EE596CADC3C3}"/>
    <dgm:cxn modelId="{D4311920-CB42-48E4-9D99-F4C207E4562F}" srcId="{A13B5F5C-2A3F-46CC-8EE2-77B8F3263DAB}" destId="{F133B21A-DEDA-40DA-BD51-341C2E4F7F62}" srcOrd="2" destOrd="0" parTransId="{AD6F761F-3937-436C-BC14-6329E25F71B0}" sibTransId="{2DE9B94F-0180-4BA1-9626-5C576D74428F}"/>
    <dgm:cxn modelId="{D0577F2C-FCDE-4814-BB5F-B38DA4116795}" type="presOf" srcId="{323573B8-ECE3-41FE-B627-71889B785F84}" destId="{5A5A708E-0D0F-48F8-8FA2-7CEA0CBE7989}" srcOrd="0" destOrd="0" presId="urn:microsoft.com/office/officeart/2005/8/layout/hList1"/>
    <dgm:cxn modelId="{D8139F39-6DBA-4DAF-87A9-D4F5F875DC84}" type="presOf" srcId="{1AEB3302-A5DA-4F9F-89CD-A364F500BF69}" destId="{5A5A708E-0D0F-48F8-8FA2-7CEA0CBE7989}" srcOrd="0" destOrd="1" presId="urn:microsoft.com/office/officeart/2005/8/layout/hList1"/>
    <dgm:cxn modelId="{7ED08548-3415-4267-B3B8-A08D28DC3CF5}" srcId="{7405F845-965E-448A-952D-D2DA55381BBE}" destId="{3EFA3BB3-401F-4E8F-907A-8C8C6CD1D268}" srcOrd="2" destOrd="0" parTransId="{CA0B141B-0131-4649-9C37-C2B535BB56C7}" sibTransId="{E4FB5285-6BCC-4503-BF35-50D204771DA9}"/>
    <dgm:cxn modelId="{9F30BF48-BFC0-48E9-A0F8-5BFB6122EFA7}" type="presOf" srcId="{F133B21A-DEDA-40DA-BD51-341C2E4F7F62}" destId="{3EC113F8-39A8-4D98-8FB6-08459BEEB25D}" srcOrd="0" destOrd="2" presId="urn:microsoft.com/office/officeart/2005/8/layout/hList1"/>
    <dgm:cxn modelId="{5114864D-CD3E-49F4-8291-FB7924FEF8C4}" type="presOf" srcId="{530F2A50-0063-4FBE-9191-8CC91369347C}" destId="{DBD8CF6A-7B71-4526-BC70-AB9FD0EA7276}" srcOrd="0" destOrd="0" presId="urn:microsoft.com/office/officeart/2005/8/layout/hList1"/>
    <dgm:cxn modelId="{2319F750-C456-4603-970F-5386DA3E51A9}" type="presOf" srcId="{A13B5F5C-2A3F-46CC-8EE2-77B8F3263DAB}" destId="{090E4458-EF55-4A79-AAC8-616C0A90CC0D}" srcOrd="0" destOrd="0" presId="urn:microsoft.com/office/officeart/2005/8/layout/hList1"/>
    <dgm:cxn modelId="{DFE5E674-983E-47CF-9F91-6AD54F0CD480}" srcId="{530F2A50-0063-4FBE-9191-8CC91369347C}" destId="{36AC8677-F9E2-4F3E-8C45-CA55042470FA}" srcOrd="1" destOrd="0" parTransId="{6C9B396D-8440-4909-A69B-FA0EDF46ADBA}" sibTransId="{A9A3C488-D50A-47D6-9345-499FF5BE76D2}"/>
    <dgm:cxn modelId="{AA2F9A90-5446-4BE2-AD72-656ED53349B4}" type="presOf" srcId="{3EFA3BB3-401F-4E8F-907A-8C8C6CD1D268}" destId="{5A5A708E-0D0F-48F8-8FA2-7CEA0CBE7989}" srcOrd="0" destOrd="2" presId="urn:microsoft.com/office/officeart/2005/8/layout/hList1"/>
    <dgm:cxn modelId="{BB850A91-1702-4C4F-8497-BEA24947A1BF}" type="presOf" srcId="{CC01A011-CF8B-4E56-A90B-C7CA8DA3A179}" destId="{43940BE7-9E98-40F2-93CF-30415FBBA45C}" srcOrd="0" destOrd="0" presId="urn:microsoft.com/office/officeart/2005/8/layout/hList1"/>
    <dgm:cxn modelId="{52CA6898-A4AB-4F0E-BE99-334E2439C3F7}" srcId="{CC01A011-CF8B-4E56-A90B-C7CA8DA3A179}" destId="{7405F845-965E-448A-952D-D2DA55381BBE}" srcOrd="2" destOrd="0" parTransId="{31DE85B3-131C-4FA7-9936-903DAD81B460}" sibTransId="{30A1488D-BFEA-43E0-AE6A-A40CF094B4EC}"/>
    <dgm:cxn modelId="{E096BFAB-890B-4CAF-9C51-6EF3777439CE}" srcId="{A13B5F5C-2A3F-46CC-8EE2-77B8F3263DAB}" destId="{CB9B80B4-0D10-40C5-AD4D-FCA8E31073DB}" srcOrd="1" destOrd="0" parTransId="{D3ED062A-F26D-4877-B286-F957615E1B91}" sibTransId="{9F547717-DC11-402F-844E-48144D76C1CA}"/>
    <dgm:cxn modelId="{F4A5A7B1-7DAB-40ED-AD91-E1A804FB59CC}" srcId="{7405F845-965E-448A-952D-D2DA55381BBE}" destId="{1AEB3302-A5DA-4F9F-89CD-A364F500BF69}" srcOrd="1" destOrd="0" parTransId="{0EE2E3FE-6ADD-4DAC-844A-55EF20843E92}" sibTransId="{B2A11A27-80FB-4369-8282-322932928127}"/>
    <dgm:cxn modelId="{F8B16BBF-BAF0-439E-852E-571703CC6B43}" srcId="{530F2A50-0063-4FBE-9191-8CC91369347C}" destId="{9E578B6D-86CC-4FD9-94D3-6D710F87EC87}" srcOrd="0" destOrd="0" parTransId="{9BAABCA7-5E67-4944-A0DE-81F5A6EA6052}" sibTransId="{B57A1D8F-00E8-4EE9-9038-1FF9DBA8B215}"/>
    <dgm:cxn modelId="{B498F5C0-CA3D-48ED-AD92-CB673C12DE87}" srcId="{A13B5F5C-2A3F-46CC-8EE2-77B8F3263DAB}" destId="{14251363-0BFE-48C5-BDE3-F0E0D8A8E581}" srcOrd="0" destOrd="0" parTransId="{88FF8106-6535-46C5-8EBA-DE7C73479872}" sibTransId="{DDC26E80-7361-440C-B31F-08C2FCB5790E}"/>
    <dgm:cxn modelId="{70B9EFCB-B972-4DFB-BBAE-7D0D108E0442}" type="presOf" srcId="{CB9B80B4-0D10-40C5-AD4D-FCA8E31073DB}" destId="{3EC113F8-39A8-4D98-8FB6-08459BEEB25D}" srcOrd="0" destOrd="1" presId="urn:microsoft.com/office/officeart/2005/8/layout/hList1"/>
    <dgm:cxn modelId="{D0D0C1DF-E946-412A-92F2-1F1999FC6C4F}" type="presOf" srcId="{14251363-0BFE-48C5-BDE3-F0E0D8A8E581}" destId="{3EC113F8-39A8-4D98-8FB6-08459BEEB25D}" srcOrd="0" destOrd="0" presId="urn:microsoft.com/office/officeart/2005/8/layout/hList1"/>
    <dgm:cxn modelId="{EC1CCFE0-4A7F-48BC-91C8-F50D2DA3AEE1}" srcId="{7405F845-965E-448A-952D-D2DA55381BBE}" destId="{323573B8-ECE3-41FE-B627-71889B785F84}" srcOrd="0" destOrd="0" parTransId="{9CB4CC22-D968-4D4E-9059-44F325C1FB35}" sibTransId="{F531674D-FD2F-4F93-AA79-5F0D09D4185B}"/>
    <dgm:cxn modelId="{3FB204E2-B54E-460C-B0EC-368F207C22A5}" srcId="{CC01A011-CF8B-4E56-A90B-C7CA8DA3A179}" destId="{A13B5F5C-2A3F-46CC-8EE2-77B8F3263DAB}" srcOrd="1" destOrd="0" parTransId="{A3E269D7-C372-4A32-993A-938ED3B862E9}" sibTransId="{FCE0EEDF-84B6-46DF-AA2F-6B6C2A052AC4}"/>
    <dgm:cxn modelId="{DAC92AF2-7421-4A76-89B3-4759FA4DD567}" srcId="{CC01A011-CF8B-4E56-A90B-C7CA8DA3A179}" destId="{530F2A50-0063-4FBE-9191-8CC91369347C}" srcOrd="0" destOrd="0" parTransId="{B29150BE-DC0A-44E1-867A-E4156A567CF6}" sibTransId="{D6068F7B-CDA1-40B7-8FD2-FE4AAE859012}"/>
    <dgm:cxn modelId="{F52840FF-F478-4341-AAC1-DA5C72E8694C}" type="presOf" srcId="{7210BFBB-5D5C-419F-B592-5FBEA67F7C58}" destId="{6D30EDFA-A76E-4265-908F-9A7236DD91B8}" srcOrd="0" destOrd="2" presId="urn:microsoft.com/office/officeart/2005/8/layout/hList1"/>
    <dgm:cxn modelId="{B743E8BE-AA33-417F-9A61-D90673CA17BF}" type="presParOf" srcId="{43940BE7-9E98-40F2-93CF-30415FBBA45C}" destId="{E315888F-F185-4C0A-9635-684E899875DE}" srcOrd="0" destOrd="0" presId="urn:microsoft.com/office/officeart/2005/8/layout/hList1"/>
    <dgm:cxn modelId="{848D1A48-D086-4E0B-92BB-86538F085D4F}" type="presParOf" srcId="{E315888F-F185-4C0A-9635-684E899875DE}" destId="{DBD8CF6A-7B71-4526-BC70-AB9FD0EA7276}" srcOrd="0" destOrd="0" presId="urn:microsoft.com/office/officeart/2005/8/layout/hList1"/>
    <dgm:cxn modelId="{6B19443F-1C7A-466E-AEA8-C5A988C7BF63}" type="presParOf" srcId="{E315888F-F185-4C0A-9635-684E899875DE}" destId="{6D30EDFA-A76E-4265-908F-9A7236DD91B8}" srcOrd="1" destOrd="0" presId="urn:microsoft.com/office/officeart/2005/8/layout/hList1"/>
    <dgm:cxn modelId="{B0DF85F7-FFEA-4E70-802F-0FBD6E349062}" type="presParOf" srcId="{43940BE7-9E98-40F2-93CF-30415FBBA45C}" destId="{E8959150-D734-489E-94D7-1E9F25E099BD}" srcOrd="1" destOrd="0" presId="urn:microsoft.com/office/officeart/2005/8/layout/hList1"/>
    <dgm:cxn modelId="{DFDA34FE-C42D-4D9C-AFFB-FCC7CCB69396}" type="presParOf" srcId="{43940BE7-9E98-40F2-93CF-30415FBBA45C}" destId="{DE489144-BFAF-48A8-A777-27B2161E85ED}" srcOrd="2" destOrd="0" presId="urn:microsoft.com/office/officeart/2005/8/layout/hList1"/>
    <dgm:cxn modelId="{3654101D-E691-4734-8E11-6A1F96D97DCA}" type="presParOf" srcId="{DE489144-BFAF-48A8-A777-27B2161E85ED}" destId="{090E4458-EF55-4A79-AAC8-616C0A90CC0D}" srcOrd="0" destOrd="0" presId="urn:microsoft.com/office/officeart/2005/8/layout/hList1"/>
    <dgm:cxn modelId="{024A7014-40DC-4A1D-A319-2849AE3C9602}" type="presParOf" srcId="{DE489144-BFAF-48A8-A777-27B2161E85ED}" destId="{3EC113F8-39A8-4D98-8FB6-08459BEEB25D}" srcOrd="1" destOrd="0" presId="urn:microsoft.com/office/officeart/2005/8/layout/hList1"/>
    <dgm:cxn modelId="{FA029E13-3B89-47AF-AB0E-3E4AA8819402}" type="presParOf" srcId="{43940BE7-9E98-40F2-93CF-30415FBBA45C}" destId="{966D9D4C-5013-42A7-9167-CDD81540085B}" srcOrd="3" destOrd="0" presId="urn:microsoft.com/office/officeart/2005/8/layout/hList1"/>
    <dgm:cxn modelId="{B54C0CA3-6211-48D8-A033-83F8E4039A42}" type="presParOf" srcId="{43940BE7-9E98-40F2-93CF-30415FBBA45C}" destId="{42E4F1A6-864B-40DA-8AF6-CF34927F8F1A}" srcOrd="4" destOrd="0" presId="urn:microsoft.com/office/officeart/2005/8/layout/hList1"/>
    <dgm:cxn modelId="{D710D039-11CB-46B9-8831-8602BD4E9137}" type="presParOf" srcId="{42E4F1A6-864B-40DA-8AF6-CF34927F8F1A}" destId="{B7403738-C26F-4488-83EF-A5564C819307}" srcOrd="0" destOrd="0" presId="urn:microsoft.com/office/officeart/2005/8/layout/hList1"/>
    <dgm:cxn modelId="{4C2496F5-337A-46E7-BBB9-1E170AC754F7}" type="presParOf" srcId="{42E4F1A6-864B-40DA-8AF6-CF34927F8F1A}" destId="{5A5A708E-0D0F-48F8-8FA2-7CEA0CBE798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DF1FC1-A65D-4779-BF76-3EC7274271C8}" type="doc">
      <dgm:prSet loTypeId="urn:microsoft.com/office/officeart/2005/8/layout/hList1" loCatId="list" qsTypeId="urn:microsoft.com/office/officeart/2005/8/quickstyle/simple1" qsCatId="simple" csTypeId="urn:microsoft.com/office/officeart/2005/8/colors/colorful1" csCatId="colorful" phldr="1"/>
      <dgm:spPr/>
    </dgm:pt>
    <dgm:pt modelId="{804000A8-1D20-4C2F-AAC7-A31BA830D333}">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Force</a:t>
          </a:r>
        </a:p>
      </dgm:t>
    </dgm:pt>
    <dgm:pt modelId="{ADB7A59F-E9DF-478C-8C36-3E09BD3635EE}" type="parTrans" cxnId="{1C5FDA34-058F-4BCE-A697-0896772A5EAF}">
      <dgm:prSet/>
      <dgm:spPr/>
      <dgm:t>
        <a:bodyPr/>
        <a:lstStyle/>
        <a:p>
          <a:endParaRPr lang="en-US">
            <a:latin typeface="Times New Roman" panose="02020603050405020304" pitchFamily="18" charset="0"/>
            <a:cs typeface="Times New Roman" panose="02020603050405020304" pitchFamily="18" charset="0"/>
          </a:endParaRPr>
        </a:p>
      </dgm:t>
    </dgm:pt>
    <dgm:pt modelId="{05561EB8-B364-4C6E-A1BA-653132B18BA4}" type="sibTrans" cxnId="{1C5FDA34-058F-4BCE-A697-0896772A5EAF}">
      <dgm:prSet/>
      <dgm:spPr/>
      <dgm:t>
        <a:bodyPr/>
        <a:lstStyle/>
        <a:p>
          <a:endParaRPr lang="en-US">
            <a:latin typeface="Times New Roman" panose="02020603050405020304" pitchFamily="18" charset="0"/>
            <a:cs typeface="Times New Roman" panose="02020603050405020304" pitchFamily="18" charset="0"/>
          </a:endParaRPr>
        </a:p>
      </dgm:t>
    </dgm:pt>
    <dgm:pt modelId="{7028D961-8B7A-4C23-8B00-206303969A9A}">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Energy</a:t>
          </a:r>
        </a:p>
      </dgm:t>
    </dgm:pt>
    <dgm:pt modelId="{E6C23D58-07D7-46C2-A99A-3BF90DDFBF16}" type="parTrans" cxnId="{AE699D49-7259-4C63-AB3A-0C4122F05232}">
      <dgm:prSet/>
      <dgm:spPr/>
      <dgm:t>
        <a:bodyPr/>
        <a:lstStyle/>
        <a:p>
          <a:endParaRPr lang="en-US">
            <a:latin typeface="Times New Roman" panose="02020603050405020304" pitchFamily="18" charset="0"/>
            <a:cs typeface="Times New Roman" panose="02020603050405020304" pitchFamily="18" charset="0"/>
          </a:endParaRPr>
        </a:p>
      </dgm:t>
    </dgm:pt>
    <dgm:pt modelId="{CB291339-24E8-4A49-9218-FA28C22CD198}" type="sibTrans" cxnId="{AE699D49-7259-4C63-AB3A-0C4122F05232}">
      <dgm:prSet/>
      <dgm:spPr/>
      <dgm:t>
        <a:bodyPr/>
        <a:lstStyle/>
        <a:p>
          <a:endParaRPr lang="en-US">
            <a:latin typeface="Times New Roman" panose="02020603050405020304" pitchFamily="18" charset="0"/>
            <a:cs typeface="Times New Roman" panose="02020603050405020304" pitchFamily="18" charset="0"/>
          </a:endParaRPr>
        </a:p>
      </dgm:t>
    </dgm:pt>
    <dgm:pt modelId="{03DB91F1-94AF-4FEE-B93D-45327C0CFB60}">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Charge</a:t>
          </a:r>
        </a:p>
      </dgm:t>
    </dgm:pt>
    <dgm:pt modelId="{6270828C-9217-4DE0-B96A-FAEED6BBD952}" type="parTrans" cxnId="{2C8109BA-0B55-4815-A87A-C48588D0D10E}">
      <dgm:prSet/>
      <dgm:spPr/>
      <dgm:t>
        <a:bodyPr/>
        <a:lstStyle/>
        <a:p>
          <a:endParaRPr lang="en-US">
            <a:latin typeface="Times New Roman" panose="02020603050405020304" pitchFamily="18" charset="0"/>
            <a:cs typeface="Times New Roman" panose="02020603050405020304" pitchFamily="18" charset="0"/>
          </a:endParaRPr>
        </a:p>
      </dgm:t>
    </dgm:pt>
    <dgm:pt modelId="{EC2ACB08-D9DC-4FDF-9B56-CD9670E39784}" type="sibTrans" cxnId="{2C8109BA-0B55-4815-A87A-C48588D0D10E}">
      <dgm:prSet/>
      <dgm:spPr/>
      <dgm:t>
        <a:bodyPr/>
        <a:lstStyle/>
        <a:p>
          <a:endParaRPr lang="en-US">
            <a:latin typeface="Times New Roman" panose="02020603050405020304" pitchFamily="18" charset="0"/>
            <a:cs typeface="Times New Roman" panose="02020603050405020304" pitchFamily="18" charset="0"/>
          </a:endParaRPr>
        </a:p>
      </dgm:t>
    </dgm:pt>
    <dgm:pt modelId="{300B940C-0351-4EF0-AFDE-778B7BC3710A}">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Current</a:t>
          </a:r>
        </a:p>
      </dgm:t>
    </dgm:pt>
    <dgm:pt modelId="{62DA3BB2-0286-46DF-AF3C-BB69C25D7673}" type="parTrans" cxnId="{D686E706-1FD3-4D57-BB68-4A6B5BFAC6B4}">
      <dgm:prSet/>
      <dgm:spPr/>
      <dgm:t>
        <a:bodyPr/>
        <a:lstStyle/>
        <a:p>
          <a:endParaRPr lang="en-US">
            <a:latin typeface="Times New Roman" panose="02020603050405020304" pitchFamily="18" charset="0"/>
            <a:cs typeface="Times New Roman" panose="02020603050405020304" pitchFamily="18" charset="0"/>
          </a:endParaRPr>
        </a:p>
      </dgm:t>
    </dgm:pt>
    <dgm:pt modelId="{7E06709D-C67C-4833-A1CD-2D016069D05B}" type="sibTrans" cxnId="{D686E706-1FD3-4D57-BB68-4A6B5BFAC6B4}">
      <dgm:prSet/>
      <dgm:spPr/>
      <dgm:t>
        <a:bodyPr/>
        <a:lstStyle/>
        <a:p>
          <a:endParaRPr lang="en-US">
            <a:latin typeface="Times New Roman" panose="02020603050405020304" pitchFamily="18" charset="0"/>
            <a:cs typeface="Times New Roman" panose="02020603050405020304" pitchFamily="18" charset="0"/>
          </a:endParaRPr>
        </a:p>
      </dgm:t>
    </dgm:pt>
    <dgm:pt modelId="{12BE8B51-7450-4F25-9954-306C4753302E}">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Potential</a:t>
          </a:r>
        </a:p>
      </dgm:t>
    </dgm:pt>
    <dgm:pt modelId="{D42F415D-85F5-452B-BEB8-4C26ABC5C49C}" type="parTrans" cxnId="{D891DD80-1874-493B-A8AF-FBD510072F00}">
      <dgm:prSet/>
      <dgm:spPr/>
      <dgm:t>
        <a:bodyPr/>
        <a:lstStyle/>
        <a:p>
          <a:endParaRPr lang="en-US">
            <a:latin typeface="Times New Roman" panose="02020603050405020304" pitchFamily="18" charset="0"/>
            <a:cs typeface="Times New Roman" panose="02020603050405020304" pitchFamily="18" charset="0"/>
          </a:endParaRPr>
        </a:p>
      </dgm:t>
    </dgm:pt>
    <dgm:pt modelId="{64B616A1-9B0E-4584-BC2F-F8B8A7D92D8A}" type="sibTrans" cxnId="{D891DD80-1874-493B-A8AF-FBD510072F00}">
      <dgm:prSet/>
      <dgm:spPr/>
      <dgm:t>
        <a:bodyPr/>
        <a:lstStyle/>
        <a:p>
          <a:endParaRPr lang="en-US">
            <a:latin typeface="Times New Roman" panose="02020603050405020304" pitchFamily="18" charset="0"/>
            <a:cs typeface="Times New Roman" panose="02020603050405020304" pitchFamily="18" charset="0"/>
          </a:endParaRPr>
        </a:p>
      </dgm:t>
    </dgm:pt>
    <mc:AlternateContent xmlns:mc="http://schemas.openxmlformats.org/markup-compatibility/2006" xmlns:a14="http://schemas.microsoft.com/office/drawing/2010/main">
      <mc:Choice Requires="a14">
        <dgm:pt modelId="{212E9B6F-719E-42B4-B2F9-9861062201E1}">
          <dgm:prSet custT="1"/>
          <dgm:spPr/>
          <dgm:t>
            <a:bodyPr/>
            <a:lstStyle/>
            <a:p>
              <a:pPr/>
              <a14:m>
                <m:oMathPara xmlns:m="http://schemas.openxmlformats.org/officeDocument/2006/math">
                  <m:oMathParaPr>
                    <m:jc m:val="centerGroup"/>
                  </m:oMathParaPr>
                  <m:oMath xmlns:m="http://schemas.openxmlformats.org/officeDocument/2006/math">
                    <m:acc>
                      <m:accPr>
                        <m:chr m:val="⃗"/>
                        <m:ctrlPr>
                          <a:rPr lang="en-US" sz="1800" b="1" i="1" smtClean="0">
                            <a:latin typeface="Cambria Math" panose="02040503050406030204" pitchFamily="18" charset="0"/>
                          </a:rPr>
                        </m:ctrlPr>
                      </m:accPr>
                      <m:e>
                        <m:r>
                          <a:rPr lang="en-US" sz="1800" b="1" i="1" smtClean="0">
                            <a:latin typeface="Cambria Math" panose="02040503050406030204" pitchFamily="18" charset="0"/>
                          </a:rPr>
                          <m:t>𝒇</m:t>
                        </m:r>
                      </m:e>
                    </m:acc>
                    <m:r>
                      <a:rPr lang="en-US" sz="1800" b="1" i="1" smtClean="0">
                        <a:latin typeface="Cambria Math" panose="02040503050406030204" pitchFamily="18" charset="0"/>
                      </a:rPr>
                      <m:t>=</m:t>
                    </m:r>
                    <m:r>
                      <a:rPr lang="en-US" sz="1800" b="1" i="1" smtClean="0">
                        <a:latin typeface="Cambria Math" panose="02040503050406030204" pitchFamily="18" charset="0"/>
                      </a:rPr>
                      <m:t>𝒎</m:t>
                    </m:r>
                    <m:acc>
                      <m:accPr>
                        <m:chr m:val="⃗"/>
                        <m:ctrlPr>
                          <a:rPr lang="en-US" sz="1800" b="1" i="1" smtClean="0">
                            <a:latin typeface="Cambria Math" panose="02040503050406030204" pitchFamily="18" charset="0"/>
                          </a:rPr>
                        </m:ctrlPr>
                      </m:accPr>
                      <m:e>
                        <m:r>
                          <a:rPr lang="en-US" sz="1800" b="1" i="1" smtClean="0">
                            <a:latin typeface="Cambria Math" panose="02040503050406030204" pitchFamily="18" charset="0"/>
                          </a:rPr>
                          <m:t>𝒂</m:t>
                        </m:r>
                      </m:e>
                    </m:acc>
                  </m:oMath>
                </m:oMathPara>
              </a14:m>
              <a:endParaRPr lang="en-US" sz="1800" b="1" dirty="0">
                <a:latin typeface="Times New Roman" panose="02020603050405020304" pitchFamily="18" charset="0"/>
                <a:cs typeface="Times New Roman" panose="02020603050405020304" pitchFamily="18" charset="0"/>
              </a:endParaRPr>
            </a:p>
          </dgm:t>
        </dgm:pt>
      </mc:Choice>
      <mc:Fallback xmlns="">
        <dgm:pt modelId="{212E9B6F-719E-42B4-B2F9-9861062201E1}">
          <dgm:prSet custT="1"/>
          <dgm:spPr/>
          <dgm:t>
            <a:bodyPr/>
            <a:lstStyle/>
            <a:p>
              <a:pPr/>
              <a:r>
                <a:rPr lang="en-US" sz="1800" b="1" i="0">
                  <a:latin typeface="Cambria Math" panose="02040503050406030204" pitchFamily="18" charset="0"/>
                </a:rPr>
                <a:t>𝒇 ⃗=𝒎𝒂 ⃗</a:t>
              </a:r>
              <a:endParaRPr lang="en-US" sz="1800" b="1" dirty="0">
                <a:latin typeface="Times New Roman" panose="02020603050405020304" pitchFamily="18" charset="0"/>
                <a:cs typeface="Times New Roman" panose="02020603050405020304" pitchFamily="18" charset="0"/>
              </a:endParaRPr>
            </a:p>
          </dgm:t>
        </dgm:pt>
      </mc:Fallback>
    </mc:AlternateContent>
    <dgm:pt modelId="{ECDE56CD-E415-43CB-9691-F1A76A1B71E1}" type="parTrans" cxnId="{C691CDBD-D791-4657-BBF8-C50BF9033E74}">
      <dgm:prSet/>
      <dgm:spPr/>
      <dgm:t>
        <a:bodyPr/>
        <a:lstStyle/>
        <a:p>
          <a:endParaRPr lang="en-US">
            <a:latin typeface="Times New Roman" panose="02020603050405020304" pitchFamily="18" charset="0"/>
            <a:cs typeface="Times New Roman" panose="02020603050405020304" pitchFamily="18" charset="0"/>
          </a:endParaRPr>
        </a:p>
      </dgm:t>
    </dgm:pt>
    <dgm:pt modelId="{81B4B9B5-89C7-454D-8881-BB37B33D1DDA}" type="sibTrans" cxnId="{C691CDBD-D791-4657-BBF8-C50BF9033E74}">
      <dgm:prSet/>
      <dgm:spPr/>
      <dgm:t>
        <a:bodyPr/>
        <a:lstStyle/>
        <a:p>
          <a:endParaRPr lang="en-US">
            <a:latin typeface="Times New Roman" panose="02020603050405020304" pitchFamily="18" charset="0"/>
            <a:cs typeface="Times New Roman" panose="02020603050405020304" pitchFamily="18" charset="0"/>
          </a:endParaRPr>
        </a:p>
      </dgm:t>
    </dgm:pt>
    <dgm:pt modelId="{A743983E-5159-403B-96A2-F73FBDA8834C}">
      <dgm:prSet custT="1"/>
      <dgm:spPr/>
      <dgm:t>
        <a:bodyPr/>
        <a:lstStyle/>
        <a:p>
          <a:endParaRPr lang="en-US" sz="2000" b="1" dirty="0">
            <a:latin typeface="Times New Roman" panose="02020603050405020304" pitchFamily="18" charset="0"/>
            <a:cs typeface="Times New Roman" panose="02020603050405020304" pitchFamily="18" charset="0"/>
          </a:endParaRPr>
        </a:p>
      </dgm:t>
    </dgm:pt>
    <dgm:pt modelId="{93C664E7-2A8F-47B0-8E08-B878C5872A9F}" type="parTrans" cxnId="{4060A901-F904-44E4-A6EE-66D820BE02A3}">
      <dgm:prSet/>
      <dgm:spPr/>
      <dgm:t>
        <a:bodyPr/>
        <a:lstStyle/>
        <a:p>
          <a:endParaRPr lang="en-US">
            <a:latin typeface="Times New Roman" panose="02020603050405020304" pitchFamily="18" charset="0"/>
            <a:cs typeface="Times New Roman" panose="02020603050405020304" pitchFamily="18" charset="0"/>
          </a:endParaRPr>
        </a:p>
      </dgm:t>
    </dgm:pt>
    <dgm:pt modelId="{D2382BEF-A22D-4651-8A6C-0B8A9351C7A4}" type="sibTrans" cxnId="{4060A901-F904-44E4-A6EE-66D820BE02A3}">
      <dgm:prSet/>
      <dgm:spPr/>
      <dgm:t>
        <a:bodyPr/>
        <a:lstStyle/>
        <a:p>
          <a:endParaRPr lang="en-US">
            <a:latin typeface="Times New Roman" panose="02020603050405020304" pitchFamily="18" charset="0"/>
            <a:cs typeface="Times New Roman" panose="02020603050405020304" pitchFamily="18" charset="0"/>
          </a:endParaRPr>
        </a:p>
      </dgm:t>
    </dgm:pt>
    <dgm:pt modelId="{8F9D9A8C-BE29-43AE-A7C8-DCA6C2AF1A1B}">
      <dgm:prSet custT="1"/>
      <dgm:spPr/>
      <dgm:t>
        <a:bodyPr/>
        <a:lstStyle/>
        <a:p>
          <a:r>
            <a:rPr lang="en-US" sz="1800" b="1" dirty="0">
              <a:latin typeface="Times New Roman" panose="02020603050405020304" pitchFamily="18" charset="0"/>
              <a:cs typeface="Times New Roman" panose="02020603050405020304" pitchFamily="18" charset="0"/>
            </a:rPr>
            <a:t>Unit: Newton</a:t>
          </a:r>
        </a:p>
      </dgm:t>
    </dgm:pt>
    <dgm:pt modelId="{453CF98B-9011-4AA7-94BC-C5C844306AFE}" type="parTrans" cxnId="{EA1F699F-F333-4DC4-B748-7468E65FE7E3}">
      <dgm:prSet/>
      <dgm:spPr/>
      <dgm:t>
        <a:bodyPr/>
        <a:lstStyle/>
        <a:p>
          <a:endParaRPr lang="en-US">
            <a:latin typeface="Times New Roman" panose="02020603050405020304" pitchFamily="18" charset="0"/>
            <a:cs typeface="Times New Roman" panose="02020603050405020304" pitchFamily="18" charset="0"/>
          </a:endParaRPr>
        </a:p>
      </dgm:t>
    </dgm:pt>
    <dgm:pt modelId="{FB8100E8-D721-4A18-BD03-1AF0834E059A}" type="sibTrans" cxnId="{EA1F699F-F333-4DC4-B748-7468E65FE7E3}">
      <dgm:prSet/>
      <dgm:spPr/>
      <dgm:t>
        <a:bodyPr/>
        <a:lstStyle/>
        <a:p>
          <a:endParaRPr lang="en-US">
            <a:latin typeface="Times New Roman" panose="02020603050405020304" pitchFamily="18" charset="0"/>
            <a:cs typeface="Times New Roman" panose="02020603050405020304" pitchFamily="18" charset="0"/>
          </a:endParaRPr>
        </a:p>
      </dgm:t>
    </dgm:pt>
    <dgm:pt modelId="{A069A751-F15A-45BD-A64A-8B9A45845201}">
      <dgm:prSet custT="1"/>
      <dgm:spPr/>
      <dgm:t>
        <a:bodyPr/>
        <a:lstStyle/>
        <a:p>
          <a:r>
            <a:rPr lang="en-US" sz="1800" b="1" dirty="0">
              <a:latin typeface="Times New Roman" panose="02020603050405020304" pitchFamily="18" charset="0"/>
              <a:cs typeface="Times New Roman" panose="02020603050405020304" pitchFamily="18" charset="0"/>
            </a:rPr>
            <a:t>Rate of Doing Work</a:t>
          </a:r>
        </a:p>
      </dgm:t>
    </dgm:pt>
    <dgm:pt modelId="{1BF6F626-8DF8-4FC3-8881-66AEDFF7FD48}" type="parTrans" cxnId="{6A990BF6-0BAC-4665-AE46-337D792B1252}">
      <dgm:prSet/>
      <dgm:spPr/>
      <dgm:t>
        <a:bodyPr/>
        <a:lstStyle/>
        <a:p>
          <a:endParaRPr lang="en-US">
            <a:latin typeface="Times New Roman" panose="02020603050405020304" pitchFamily="18" charset="0"/>
            <a:cs typeface="Times New Roman" panose="02020603050405020304" pitchFamily="18" charset="0"/>
          </a:endParaRPr>
        </a:p>
      </dgm:t>
    </dgm:pt>
    <dgm:pt modelId="{900210FF-A30F-4334-ADD2-6F32B9BC3EBF}" type="sibTrans" cxnId="{6A990BF6-0BAC-4665-AE46-337D792B1252}">
      <dgm:prSet/>
      <dgm:spPr/>
      <dgm:t>
        <a:bodyPr/>
        <a:lstStyle/>
        <a:p>
          <a:endParaRPr lang="en-US">
            <a:latin typeface="Times New Roman" panose="02020603050405020304" pitchFamily="18" charset="0"/>
            <a:cs typeface="Times New Roman" panose="02020603050405020304" pitchFamily="18" charset="0"/>
          </a:endParaRPr>
        </a:p>
      </dgm:t>
    </dgm:pt>
    <dgm:pt modelId="{A21047D1-4000-4739-BAEB-B66D38678C89}">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Power</a:t>
          </a:r>
        </a:p>
      </dgm:t>
    </dgm:pt>
    <dgm:pt modelId="{2B3CC89A-6191-41B8-9997-8AE5A84E77E9}" type="parTrans" cxnId="{633957E2-9F6A-4348-A6AF-5D2660037CA7}">
      <dgm:prSet/>
      <dgm:spPr/>
      <dgm:t>
        <a:bodyPr/>
        <a:lstStyle/>
        <a:p>
          <a:endParaRPr lang="en-US">
            <a:latin typeface="Times New Roman" panose="02020603050405020304" pitchFamily="18" charset="0"/>
            <a:cs typeface="Times New Roman" panose="02020603050405020304" pitchFamily="18" charset="0"/>
          </a:endParaRPr>
        </a:p>
      </dgm:t>
    </dgm:pt>
    <dgm:pt modelId="{B3980DD8-C6C8-4259-8C82-1B268B10C730}" type="sibTrans" cxnId="{633957E2-9F6A-4348-A6AF-5D2660037CA7}">
      <dgm:prSet/>
      <dgm:spPr/>
      <dgm:t>
        <a:bodyPr/>
        <a:lstStyle/>
        <a:p>
          <a:endParaRPr lang="en-US">
            <a:latin typeface="Times New Roman" panose="02020603050405020304" pitchFamily="18" charset="0"/>
            <a:cs typeface="Times New Roman" panose="02020603050405020304" pitchFamily="18" charset="0"/>
          </a:endParaRPr>
        </a:p>
      </dgm:t>
    </dgm:pt>
    <dgm:pt modelId="{77567B3D-D691-499A-8544-4C1C78492472}">
      <dgm:prSet custT="1"/>
      <dgm:spPr/>
      <dgm:t>
        <a:bodyPr/>
        <a:lstStyle/>
        <a:p>
          <a:endParaRPr lang="en-US" sz="2000" b="1" dirty="0">
            <a:latin typeface="Times New Roman" panose="02020603050405020304" pitchFamily="18" charset="0"/>
            <a:cs typeface="Times New Roman" panose="02020603050405020304" pitchFamily="18" charset="0"/>
          </a:endParaRPr>
        </a:p>
      </dgm:t>
    </dgm:pt>
    <dgm:pt modelId="{83C1E664-D157-4561-8EC9-1ABD89153A50}" type="sibTrans" cxnId="{34C03A43-FE82-435B-B583-4B1859498715}">
      <dgm:prSet/>
      <dgm:spPr/>
      <dgm:t>
        <a:bodyPr/>
        <a:lstStyle/>
        <a:p>
          <a:endParaRPr lang="en-US">
            <a:latin typeface="Times New Roman" panose="02020603050405020304" pitchFamily="18" charset="0"/>
            <a:cs typeface="Times New Roman" panose="02020603050405020304" pitchFamily="18" charset="0"/>
          </a:endParaRPr>
        </a:p>
      </dgm:t>
    </dgm:pt>
    <dgm:pt modelId="{5D0BEDA5-B68B-4E94-836C-6B7328CA101E}" type="parTrans" cxnId="{34C03A43-FE82-435B-B583-4B1859498715}">
      <dgm:prSet/>
      <dgm:spPr/>
      <dgm:t>
        <a:bodyPr/>
        <a:lstStyle/>
        <a:p>
          <a:endParaRPr lang="en-US">
            <a:latin typeface="Times New Roman" panose="02020603050405020304" pitchFamily="18" charset="0"/>
            <a:cs typeface="Times New Roman" panose="02020603050405020304" pitchFamily="18" charset="0"/>
          </a:endParaRPr>
        </a:p>
      </dgm:t>
    </dgm:pt>
    <dgm:pt modelId="{B8B64D4A-F0B4-4D7C-A398-F2FD671BC78A}">
      <dgm:prSet custT="1"/>
      <dgm:spPr/>
      <dgm:t>
        <a:bodyPr/>
        <a:lstStyle/>
        <a:p>
          <a:r>
            <a:rPr lang="en-US" sz="1800" b="1" dirty="0">
              <a:latin typeface="Times New Roman" panose="02020603050405020304" pitchFamily="18" charset="0"/>
              <a:cs typeface="Times New Roman" panose="02020603050405020304" pitchFamily="18" charset="0"/>
            </a:rPr>
            <a:t>Capacity of Doing Work</a:t>
          </a:r>
        </a:p>
      </dgm:t>
    </dgm:pt>
    <dgm:pt modelId="{DB53F58F-09B8-4FBD-BE9D-E9382A46B177}" type="parTrans" cxnId="{23436E9D-51B0-49FA-B8EF-B87FCC379353}">
      <dgm:prSet/>
      <dgm:spPr/>
      <dgm:t>
        <a:bodyPr/>
        <a:lstStyle/>
        <a:p>
          <a:endParaRPr lang="en-US">
            <a:latin typeface="Times New Roman" panose="02020603050405020304" pitchFamily="18" charset="0"/>
            <a:cs typeface="Times New Roman" panose="02020603050405020304" pitchFamily="18" charset="0"/>
          </a:endParaRPr>
        </a:p>
      </dgm:t>
    </dgm:pt>
    <dgm:pt modelId="{34EF8ADD-5A46-4F14-951E-A529C4B780DF}" type="sibTrans" cxnId="{23436E9D-51B0-49FA-B8EF-B87FCC379353}">
      <dgm:prSet/>
      <dgm:spPr/>
      <dgm:t>
        <a:bodyPr/>
        <a:lstStyle/>
        <a:p>
          <a:endParaRPr lang="en-US">
            <a:latin typeface="Times New Roman" panose="02020603050405020304" pitchFamily="18" charset="0"/>
            <a:cs typeface="Times New Roman" panose="02020603050405020304" pitchFamily="18" charset="0"/>
          </a:endParaRPr>
        </a:p>
      </dgm:t>
    </dgm:pt>
    <dgm:pt modelId="{AE0A89F7-3CA2-4558-965F-5E7193F536B1}">
      <dgm:prSet custT="1"/>
      <dgm:spPr/>
      <dgm:t>
        <a:bodyPr/>
        <a:lstStyle/>
        <a:p>
          <a:endParaRPr lang="en-US" sz="2000" b="1" dirty="0">
            <a:latin typeface="Times New Roman" panose="02020603050405020304" pitchFamily="18" charset="0"/>
            <a:cs typeface="Times New Roman" panose="02020603050405020304" pitchFamily="18" charset="0"/>
          </a:endParaRPr>
        </a:p>
      </dgm:t>
    </dgm:pt>
    <dgm:pt modelId="{D2755A97-2A3A-4799-A6FD-C8FBB0FE579D}" type="parTrans" cxnId="{53D48D6C-04DC-4FAE-8026-F70EE2CF68AB}">
      <dgm:prSet/>
      <dgm:spPr/>
      <dgm:t>
        <a:bodyPr/>
        <a:lstStyle/>
        <a:p>
          <a:endParaRPr lang="en-US">
            <a:latin typeface="Times New Roman" panose="02020603050405020304" pitchFamily="18" charset="0"/>
            <a:cs typeface="Times New Roman" panose="02020603050405020304" pitchFamily="18" charset="0"/>
          </a:endParaRPr>
        </a:p>
      </dgm:t>
    </dgm:pt>
    <dgm:pt modelId="{3324C0E1-A574-4BDB-9BBA-1573480A2439}" type="sibTrans" cxnId="{53D48D6C-04DC-4FAE-8026-F70EE2CF68AB}">
      <dgm:prSet/>
      <dgm:spPr/>
      <dgm:t>
        <a:bodyPr/>
        <a:lstStyle/>
        <a:p>
          <a:endParaRPr lang="en-US">
            <a:latin typeface="Times New Roman" panose="02020603050405020304" pitchFamily="18" charset="0"/>
            <a:cs typeface="Times New Roman" panose="02020603050405020304" pitchFamily="18" charset="0"/>
          </a:endParaRPr>
        </a:p>
      </dgm:t>
    </dgm:pt>
    <mc:AlternateContent xmlns:mc="http://schemas.openxmlformats.org/markup-compatibility/2006" xmlns:a14="http://schemas.microsoft.com/office/drawing/2010/main">
      <mc:Choice Requires="a14">
        <dgm:pt modelId="{290DCC17-7BF8-4149-82BC-C50F559448D2}">
          <dgm:prSet custT="1"/>
          <dgm:spPr/>
          <dgm:t>
            <a:bodyP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𝒆</m:t>
                    </m:r>
                    <m:r>
                      <a:rPr lang="en-US" sz="1600" b="1" i="1" smtClean="0">
                        <a:latin typeface="Cambria Math" panose="02040503050406030204" pitchFamily="18" charset="0"/>
                      </a:rPr>
                      <m:t>=</m:t>
                    </m:r>
                    <m:r>
                      <a:rPr lang="en-US" sz="1600" b="1" i="1" smtClean="0">
                        <a:latin typeface="Cambria Math" panose="02040503050406030204" pitchFamily="18" charset="0"/>
                      </a:rPr>
                      <m:t>𝟏</m:t>
                    </m:r>
                    <m:r>
                      <a:rPr lang="en-US" sz="1600" b="1" i="1" smtClean="0">
                        <a:latin typeface="Cambria Math" panose="02040503050406030204" pitchFamily="18" charset="0"/>
                      </a:rPr>
                      <m:t>.</m:t>
                    </m:r>
                    <m:r>
                      <a:rPr lang="en-US" sz="1600" b="1" i="1" smtClean="0">
                        <a:latin typeface="Cambria Math" panose="02040503050406030204" pitchFamily="18" charset="0"/>
                      </a:rPr>
                      <m:t>𝟔𝟎𝟐</m:t>
                    </m:r>
                    <m:r>
                      <a:rPr lang="en-US" sz="1600" b="1" i="1" smtClean="0">
                        <a:latin typeface="Cambria Math" panose="02040503050406030204" pitchFamily="18" charset="0"/>
                      </a:rPr>
                      <m:t> ∗</m:t>
                    </m:r>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𝟏𝟎</m:t>
                        </m:r>
                      </m:e>
                      <m:sup>
                        <m:r>
                          <a:rPr lang="en-US" sz="1600" b="1" i="1" smtClean="0">
                            <a:latin typeface="Cambria Math" panose="02040503050406030204" pitchFamily="18" charset="0"/>
                          </a:rPr>
                          <m:t>−</m:t>
                        </m:r>
                        <m:r>
                          <a:rPr lang="en-US" sz="1600" b="1" i="1" smtClean="0">
                            <a:latin typeface="Cambria Math" panose="02040503050406030204" pitchFamily="18" charset="0"/>
                          </a:rPr>
                          <m:t>𝟏𝟗</m:t>
                        </m:r>
                      </m:sup>
                    </m:sSup>
                    <m:r>
                      <a:rPr lang="en-IN" sz="1600" b="1" i="1" smtClean="0">
                        <a:latin typeface="Cambria Math" panose="02040503050406030204" pitchFamily="18" charset="0"/>
                      </a:rPr>
                      <m:t> </m:t>
                    </m:r>
                    <m:r>
                      <a:rPr lang="en-US" sz="1600" b="1" i="1" smtClean="0">
                        <a:latin typeface="Cambria Math" panose="02040503050406030204" pitchFamily="18" charset="0"/>
                      </a:rPr>
                      <m:t>𝑪</m:t>
                    </m:r>
                  </m:oMath>
                </m:oMathPara>
              </a14:m>
              <a:endParaRPr lang="en-US" sz="1600" b="1" dirty="0">
                <a:latin typeface="Times New Roman" panose="02020603050405020304" pitchFamily="18" charset="0"/>
                <a:cs typeface="Times New Roman" panose="02020603050405020304" pitchFamily="18" charset="0"/>
              </a:endParaRPr>
            </a:p>
          </dgm:t>
        </dgm:pt>
      </mc:Choice>
      <mc:Fallback xmlns="">
        <dgm:pt modelId="{290DCC17-7BF8-4149-82BC-C50F559448D2}">
          <dgm:prSet custT="1"/>
          <dgm:spPr/>
          <dgm:t>
            <a:bodyPr/>
            <a:lstStyle/>
            <a:p>
              <a:pPr/>
              <a:r>
                <a:rPr lang="en-US" sz="1600" b="1" i="0">
                  <a:latin typeface="Cambria Math" panose="02040503050406030204" pitchFamily="18" charset="0"/>
                </a:rPr>
                <a:t>𝒆=𝟏.𝟔𝟎𝟐 ∗〖𝟏𝟎〗^(−𝟏𝟗)</a:t>
              </a:r>
              <a:r>
                <a:rPr lang="en-IN" sz="1600" b="1" i="0">
                  <a:latin typeface="Cambria Math" panose="02040503050406030204" pitchFamily="18" charset="0"/>
                </a:rPr>
                <a:t>  </a:t>
              </a:r>
              <a:r>
                <a:rPr lang="en-US" sz="1600" b="1" i="0">
                  <a:latin typeface="Cambria Math" panose="02040503050406030204" pitchFamily="18" charset="0"/>
                </a:rPr>
                <a:t>𝑪</a:t>
              </a:r>
              <a:endParaRPr lang="en-US" sz="1600" b="1" dirty="0">
                <a:latin typeface="Times New Roman" panose="02020603050405020304" pitchFamily="18" charset="0"/>
                <a:cs typeface="Times New Roman" panose="02020603050405020304" pitchFamily="18" charset="0"/>
              </a:endParaRPr>
            </a:p>
          </dgm:t>
        </dgm:pt>
      </mc:Fallback>
    </mc:AlternateContent>
    <dgm:pt modelId="{CF39C6DF-BA9D-4444-84E7-437091D2B2F1}" type="parTrans" cxnId="{15792656-4EB7-4C06-90B1-581E9C3AD722}">
      <dgm:prSet/>
      <dgm:spPr/>
      <dgm:t>
        <a:bodyPr/>
        <a:lstStyle/>
        <a:p>
          <a:endParaRPr lang="en-US">
            <a:latin typeface="Times New Roman" panose="02020603050405020304" pitchFamily="18" charset="0"/>
            <a:cs typeface="Times New Roman" panose="02020603050405020304" pitchFamily="18" charset="0"/>
          </a:endParaRPr>
        </a:p>
      </dgm:t>
    </dgm:pt>
    <dgm:pt modelId="{316A7E63-DF1A-4811-A25F-BC3F66E7918D}" type="sibTrans" cxnId="{15792656-4EB7-4C06-90B1-581E9C3AD722}">
      <dgm:prSet/>
      <dgm:spPr/>
      <dgm:t>
        <a:bodyPr/>
        <a:lstStyle/>
        <a:p>
          <a:endParaRPr lang="en-US">
            <a:latin typeface="Times New Roman" panose="02020603050405020304" pitchFamily="18" charset="0"/>
            <a:cs typeface="Times New Roman" panose="02020603050405020304" pitchFamily="18" charset="0"/>
          </a:endParaRPr>
        </a:p>
      </dgm:t>
    </dgm:pt>
    <mc:AlternateContent xmlns:mc="http://schemas.openxmlformats.org/markup-compatibility/2006" xmlns:a14="http://schemas.microsoft.com/office/drawing/2010/main">
      <mc:Choice Requires="a14">
        <dgm:pt modelId="{5F4E2EBD-B15B-42ED-96FE-DFABF05630A5}">
          <dgm:prSet custT="1"/>
          <dgm:spPr/>
          <dgm:t>
            <a:bodyPr/>
            <a:lstStyle/>
            <a:p>
              <a:pPr/>
              <a14:m>
                <m:oMathPara xmlns:m="http://schemas.openxmlformats.org/officeDocument/2006/math">
                  <m:oMathParaPr>
                    <m:jc m:val="centerGroup"/>
                  </m:oMathParaPr>
                  <m:oMath xmlns:m="http://schemas.openxmlformats.org/officeDocument/2006/math">
                    <m:acc>
                      <m:accPr>
                        <m:chr m:val="⃗"/>
                        <m:ctrlPr>
                          <a:rPr lang="en-US" sz="1600" b="1" i="1" smtClean="0">
                            <a:latin typeface="Cambria Math" panose="02040503050406030204" pitchFamily="18" charset="0"/>
                          </a:rPr>
                        </m:ctrlPr>
                      </m:accPr>
                      <m:e>
                        <m:r>
                          <a:rPr lang="en-US" sz="1600" b="1" i="1" smtClean="0">
                            <a:latin typeface="Cambria Math" panose="02040503050406030204" pitchFamily="18" charset="0"/>
                          </a:rPr>
                          <m:t>𝒇</m:t>
                        </m:r>
                      </m:e>
                    </m:acc>
                    <m:r>
                      <a:rPr lang="en-US" sz="1600" b="1" i="1" smtClean="0">
                        <a:latin typeface="Cambria Math" panose="02040503050406030204" pitchFamily="18" charset="0"/>
                      </a:rPr>
                      <m:t>=</m:t>
                    </m:r>
                    <m:r>
                      <a:rPr lang="en-US" sz="1600" b="1" i="1" smtClean="0">
                        <a:latin typeface="Cambria Math" panose="02040503050406030204" pitchFamily="18" charset="0"/>
                      </a:rPr>
                      <m:t>𝒒</m:t>
                    </m:r>
                    <m:acc>
                      <m:accPr>
                        <m:chr m:val="⃗"/>
                        <m:ctrlPr>
                          <a:rPr lang="en-US" sz="1600" b="1" i="1" smtClean="0">
                            <a:latin typeface="Cambria Math" panose="02040503050406030204" pitchFamily="18" charset="0"/>
                          </a:rPr>
                        </m:ctrlPr>
                      </m:accPr>
                      <m:e>
                        <m:r>
                          <a:rPr lang="en-US" sz="1600" b="1" i="1" smtClean="0">
                            <a:latin typeface="Cambria Math" panose="02040503050406030204" pitchFamily="18" charset="0"/>
                          </a:rPr>
                          <m:t>𝑬</m:t>
                        </m:r>
                      </m:e>
                    </m:acc>
                  </m:oMath>
                </m:oMathPara>
              </a14:m>
              <a:endParaRPr lang="en-US" sz="1600" b="1" dirty="0">
                <a:latin typeface="Times New Roman" panose="02020603050405020304" pitchFamily="18" charset="0"/>
                <a:cs typeface="Times New Roman" panose="02020603050405020304" pitchFamily="18" charset="0"/>
              </a:endParaRPr>
            </a:p>
          </dgm:t>
        </dgm:pt>
      </mc:Choice>
      <mc:Fallback xmlns="">
        <dgm:pt modelId="{5F4E2EBD-B15B-42ED-96FE-DFABF05630A5}">
          <dgm:prSet custT="1"/>
          <dgm:spPr/>
          <dgm:t>
            <a:bodyPr/>
            <a:lstStyle/>
            <a:p>
              <a:pPr/>
              <a:r>
                <a:rPr lang="en-US" sz="1600" b="1" i="0">
                  <a:latin typeface="Cambria Math" panose="02040503050406030204" pitchFamily="18" charset="0"/>
                </a:rPr>
                <a:t>𝒇 ⃗=𝒒𝑬 ⃗</a:t>
              </a:r>
              <a:endParaRPr lang="en-US" sz="1600" b="1" dirty="0">
                <a:latin typeface="Times New Roman" panose="02020603050405020304" pitchFamily="18" charset="0"/>
                <a:cs typeface="Times New Roman" panose="02020603050405020304" pitchFamily="18" charset="0"/>
              </a:endParaRPr>
            </a:p>
          </dgm:t>
        </dgm:pt>
      </mc:Fallback>
    </mc:AlternateContent>
    <dgm:pt modelId="{D9526C3D-1BE7-4542-BE09-CA16F4A9F323}" type="parTrans" cxnId="{51458023-C659-4636-822A-D14748BD4026}">
      <dgm:prSet/>
      <dgm:spPr/>
      <dgm:t>
        <a:bodyPr/>
        <a:lstStyle/>
        <a:p>
          <a:endParaRPr lang="en-US">
            <a:latin typeface="Times New Roman" panose="02020603050405020304" pitchFamily="18" charset="0"/>
            <a:cs typeface="Times New Roman" panose="02020603050405020304" pitchFamily="18" charset="0"/>
          </a:endParaRPr>
        </a:p>
      </dgm:t>
    </dgm:pt>
    <dgm:pt modelId="{58C2C23D-37A3-4011-B7C5-3ECDAFB9F894}" type="sibTrans" cxnId="{51458023-C659-4636-822A-D14748BD4026}">
      <dgm:prSet/>
      <dgm:spPr/>
      <dgm:t>
        <a:bodyPr/>
        <a:lstStyle/>
        <a:p>
          <a:endParaRPr lang="en-US">
            <a:latin typeface="Times New Roman" panose="02020603050405020304" pitchFamily="18" charset="0"/>
            <a:cs typeface="Times New Roman" panose="02020603050405020304" pitchFamily="18" charset="0"/>
          </a:endParaRPr>
        </a:p>
      </dgm:t>
    </dgm:pt>
    <dgm:pt modelId="{5136EEBC-E992-4895-B8B5-4F7EF03BAEB5}">
      <dgm:prSet custT="1"/>
      <dgm:spPr/>
      <dgm:t>
        <a:bodyPr/>
        <a:lstStyle/>
        <a:p>
          <a:r>
            <a:rPr lang="en-US" sz="1800" b="1" dirty="0">
              <a:latin typeface="Times New Roman" panose="02020603050405020304" pitchFamily="18" charset="0"/>
              <a:cs typeface="Times New Roman" panose="02020603050405020304" pitchFamily="18" charset="0"/>
            </a:rPr>
            <a:t>Rate of Flow of Charge</a:t>
          </a:r>
        </a:p>
      </dgm:t>
    </dgm:pt>
    <dgm:pt modelId="{B20DD3DA-C890-47E4-8872-AA64602AFC82}" type="parTrans" cxnId="{D18C63D6-178A-4F64-A7EF-396C3B51A44B}">
      <dgm:prSet/>
      <dgm:spPr/>
      <dgm:t>
        <a:bodyPr/>
        <a:lstStyle/>
        <a:p>
          <a:endParaRPr lang="en-US">
            <a:latin typeface="Times New Roman" panose="02020603050405020304" pitchFamily="18" charset="0"/>
            <a:cs typeface="Times New Roman" panose="02020603050405020304" pitchFamily="18" charset="0"/>
          </a:endParaRPr>
        </a:p>
      </dgm:t>
    </dgm:pt>
    <dgm:pt modelId="{FEBD4676-1135-4EA1-ABF1-9B07385233EF}" type="sibTrans" cxnId="{D18C63D6-178A-4F64-A7EF-396C3B51A44B}">
      <dgm:prSet/>
      <dgm:spPr/>
      <dgm:t>
        <a:bodyPr/>
        <a:lstStyle/>
        <a:p>
          <a:endParaRPr lang="en-US">
            <a:latin typeface="Times New Roman" panose="02020603050405020304" pitchFamily="18" charset="0"/>
            <a:cs typeface="Times New Roman" panose="02020603050405020304" pitchFamily="18" charset="0"/>
          </a:endParaRPr>
        </a:p>
      </dgm:t>
    </dgm:pt>
    <dgm:pt modelId="{0CA07B06-02C2-4689-971E-84EAACD16BD2}">
      <dgm:prSet custT="1"/>
      <dgm:spPr/>
      <dgm:t>
        <a:bodyPr/>
        <a:lstStyle/>
        <a:p>
          <a:r>
            <a:rPr lang="en-US" sz="1800" b="1" dirty="0">
              <a:latin typeface="Times New Roman" panose="02020603050405020304" pitchFamily="18" charset="0"/>
              <a:cs typeface="Times New Roman" panose="02020603050405020304" pitchFamily="18" charset="0"/>
            </a:rPr>
            <a:t>Unit: Ampere</a:t>
          </a:r>
        </a:p>
      </dgm:t>
    </dgm:pt>
    <dgm:pt modelId="{1FD6C001-B938-4CED-8D15-017DDF499667}" type="parTrans" cxnId="{24AAFA4A-1064-4221-8CC4-D99CD33B4D12}">
      <dgm:prSet/>
      <dgm:spPr/>
      <dgm:t>
        <a:bodyPr/>
        <a:lstStyle/>
        <a:p>
          <a:endParaRPr lang="en-US">
            <a:latin typeface="Times New Roman" panose="02020603050405020304" pitchFamily="18" charset="0"/>
            <a:cs typeface="Times New Roman" panose="02020603050405020304" pitchFamily="18" charset="0"/>
          </a:endParaRPr>
        </a:p>
      </dgm:t>
    </dgm:pt>
    <dgm:pt modelId="{CF928F08-425B-4406-B7C4-3D656A3043D6}" type="sibTrans" cxnId="{24AAFA4A-1064-4221-8CC4-D99CD33B4D12}">
      <dgm:prSet/>
      <dgm:spPr/>
      <dgm:t>
        <a:bodyPr/>
        <a:lstStyle/>
        <a:p>
          <a:endParaRPr lang="en-US">
            <a:latin typeface="Times New Roman" panose="02020603050405020304" pitchFamily="18" charset="0"/>
            <a:cs typeface="Times New Roman" panose="02020603050405020304" pitchFamily="18" charset="0"/>
          </a:endParaRPr>
        </a:p>
      </dgm:t>
    </dgm:pt>
    <mc:AlternateContent xmlns:mc="http://schemas.openxmlformats.org/markup-compatibility/2006" xmlns:a14="http://schemas.microsoft.com/office/drawing/2010/main">
      <mc:Choice Requires="a14">
        <dgm:pt modelId="{454A1510-31C1-4AE0-9603-DF5DB64C36FC}">
          <dgm:prSet custT="1"/>
          <dgm:spPr/>
          <dgm: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𝑰</m:t>
                    </m:r>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rPr>
                          <m:t>𝒅𝒒</m:t>
                        </m:r>
                      </m:num>
                      <m:den>
                        <m:r>
                          <a:rPr lang="en-US" sz="1800" b="1" i="1" smtClean="0">
                            <a:latin typeface="Cambria Math" panose="02040503050406030204" pitchFamily="18" charset="0"/>
                          </a:rPr>
                          <m:t>𝒅𝒕</m:t>
                        </m:r>
                      </m:den>
                    </m:f>
                  </m:oMath>
                </m:oMathPara>
              </a14:m>
              <a:endParaRPr lang="en-US" sz="1800" b="1" dirty="0">
                <a:latin typeface="Times New Roman" panose="02020603050405020304" pitchFamily="18" charset="0"/>
                <a:cs typeface="Times New Roman" panose="02020603050405020304" pitchFamily="18" charset="0"/>
              </a:endParaRPr>
            </a:p>
          </dgm:t>
        </dgm:pt>
      </mc:Choice>
      <mc:Fallback xmlns="">
        <dgm:pt modelId="{454A1510-31C1-4AE0-9603-DF5DB64C36FC}">
          <dgm:prSet custT="1"/>
          <dgm:spPr/>
          <dgm:t>
            <a:bodyPr/>
            <a:lstStyle/>
            <a:p>
              <a:pPr/>
              <a:r>
                <a:rPr lang="en-US" sz="1800" b="1" i="0">
                  <a:latin typeface="Cambria Math" panose="02040503050406030204" pitchFamily="18" charset="0"/>
                </a:rPr>
                <a:t>𝑰=𝒅𝒒/𝒅𝒕</a:t>
              </a:r>
              <a:endParaRPr lang="en-US" sz="1800" b="1" dirty="0">
                <a:latin typeface="Times New Roman" panose="02020603050405020304" pitchFamily="18" charset="0"/>
                <a:cs typeface="Times New Roman" panose="02020603050405020304" pitchFamily="18" charset="0"/>
              </a:endParaRPr>
            </a:p>
          </dgm:t>
        </dgm:pt>
      </mc:Fallback>
    </mc:AlternateContent>
    <dgm:pt modelId="{7A5C74A5-B64B-4D39-9F19-2CA92B791383}" type="parTrans" cxnId="{1E45FF1C-93B9-480E-A13C-3AECFC929815}">
      <dgm:prSet/>
      <dgm:spPr/>
      <dgm:t>
        <a:bodyPr/>
        <a:lstStyle/>
        <a:p>
          <a:endParaRPr lang="en-US">
            <a:latin typeface="Times New Roman" panose="02020603050405020304" pitchFamily="18" charset="0"/>
            <a:cs typeface="Times New Roman" panose="02020603050405020304" pitchFamily="18" charset="0"/>
          </a:endParaRPr>
        </a:p>
      </dgm:t>
    </dgm:pt>
    <dgm:pt modelId="{A2E3A2C6-FA1E-4E11-A666-8EB8EF4D6766}" type="sibTrans" cxnId="{1E45FF1C-93B9-480E-A13C-3AECFC929815}">
      <dgm:prSet/>
      <dgm:spPr/>
      <dgm:t>
        <a:bodyPr/>
        <a:lstStyle/>
        <a:p>
          <a:endParaRPr lang="en-US">
            <a:latin typeface="Times New Roman" panose="02020603050405020304" pitchFamily="18" charset="0"/>
            <a:cs typeface="Times New Roman" panose="02020603050405020304" pitchFamily="18" charset="0"/>
          </a:endParaRPr>
        </a:p>
      </dgm:t>
    </dgm:pt>
    <dgm:pt modelId="{409E1F19-6568-44CF-81B3-7A3F3EE8F79F}">
      <dgm:prSet custT="1"/>
      <dgm:spPr/>
      <dgm:t>
        <a:bodyPr/>
        <a:lstStyle/>
        <a:p>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Work Done Per Unit Charge to Move a Charge Between Two Points</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dgm:t>
    </dgm:pt>
    <dgm:pt modelId="{84668089-E971-4EBA-87CB-A8310EAEDFB9}" type="parTrans" cxnId="{FA45017B-0A2F-4C05-B8A4-1D1E4EFDD57E}">
      <dgm:prSet/>
      <dgm:spPr/>
      <dgm:t>
        <a:bodyPr/>
        <a:lstStyle/>
        <a:p>
          <a:endParaRPr lang="en-US">
            <a:latin typeface="Times New Roman" panose="02020603050405020304" pitchFamily="18" charset="0"/>
            <a:cs typeface="Times New Roman" panose="02020603050405020304" pitchFamily="18" charset="0"/>
          </a:endParaRPr>
        </a:p>
      </dgm:t>
    </dgm:pt>
    <dgm:pt modelId="{2675018E-9A83-4696-8B01-C6727390B829}" type="sibTrans" cxnId="{FA45017B-0A2F-4C05-B8A4-1D1E4EFDD57E}">
      <dgm:prSet/>
      <dgm:spPr/>
      <dgm:t>
        <a:bodyPr/>
        <a:lstStyle/>
        <a:p>
          <a:endParaRPr lang="en-US">
            <a:latin typeface="Times New Roman" panose="02020603050405020304" pitchFamily="18" charset="0"/>
            <a:cs typeface="Times New Roman" panose="02020603050405020304" pitchFamily="18" charset="0"/>
          </a:endParaRPr>
        </a:p>
      </dgm:t>
    </dgm:pt>
    <dgm:pt modelId="{B529F7FB-FA0F-4904-BC6A-4B9A6823E49B}">
      <dgm:prSet custT="1"/>
      <dgm:spPr/>
      <dgm:t>
        <a:bodyPr/>
        <a:lstStyle/>
        <a:p>
          <a:r>
            <a:rPr lang="en-US" sz="1800" b="1" dirty="0">
              <a:latin typeface="Times New Roman" panose="02020603050405020304" pitchFamily="18" charset="0"/>
              <a:cs typeface="Times New Roman" panose="02020603050405020304" pitchFamily="18" charset="0"/>
            </a:rPr>
            <a:t>Unit: Joules</a:t>
          </a:r>
        </a:p>
      </dgm:t>
    </dgm:pt>
    <dgm:pt modelId="{10C485E1-F5BB-4A3D-8DCC-CE3F4B6C6C60}" type="parTrans" cxnId="{C4941EC3-C946-453D-A38A-21018084B000}">
      <dgm:prSet/>
      <dgm:spPr/>
      <dgm:t>
        <a:bodyPr/>
        <a:lstStyle/>
        <a:p>
          <a:endParaRPr lang="en-IN"/>
        </a:p>
      </dgm:t>
    </dgm:pt>
    <dgm:pt modelId="{83C013FC-3DFD-4DE9-9B27-8AA6124D65CE}" type="sibTrans" cxnId="{C4941EC3-C946-453D-A38A-21018084B000}">
      <dgm:prSet/>
      <dgm:spPr/>
      <dgm:t>
        <a:bodyPr/>
        <a:lstStyle/>
        <a:p>
          <a:endParaRPr lang="en-IN"/>
        </a:p>
      </dgm:t>
    </dgm:pt>
    <dgm:pt modelId="{91D32A73-91D8-4046-8C66-3A18C8F5F6B7}">
      <dgm:prSet custT="1"/>
      <dgm:spPr/>
      <dgm:t>
        <a:bodyPr/>
        <a:lstStyle/>
        <a:p>
          <a:r>
            <a:rPr lang="en-US" sz="1800" b="1" dirty="0">
              <a:latin typeface="Times New Roman" panose="02020603050405020304" pitchFamily="18" charset="0"/>
              <a:cs typeface="Times New Roman" panose="02020603050405020304" pitchFamily="18" charset="0"/>
            </a:rPr>
            <a:t>Unit: Joules/ Sec</a:t>
          </a:r>
        </a:p>
      </dgm:t>
    </dgm:pt>
    <dgm:pt modelId="{2D583C82-18A3-493C-97ED-F9FCAD91E41A}" type="parTrans" cxnId="{CD04227F-2BA2-4C0D-9295-0DB549C0E4FD}">
      <dgm:prSet/>
      <dgm:spPr/>
      <dgm:t>
        <a:bodyPr/>
        <a:lstStyle/>
        <a:p>
          <a:endParaRPr lang="en-IN"/>
        </a:p>
      </dgm:t>
    </dgm:pt>
    <dgm:pt modelId="{3C1DE47D-E099-448D-BDEA-129AE4743E8C}" type="sibTrans" cxnId="{CD04227F-2BA2-4C0D-9295-0DB549C0E4FD}">
      <dgm:prSet/>
      <dgm:spPr/>
      <dgm:t>
        <a:bodyPr/>
        <a:lstStyle/>
        <a:p>
          <a:endParaRPr lang="en-IN"/>
        </a:p>
      </dgm:t>
    </dgm:pt>
    <dgm:pt modelId="{71F529A1-BF65-4189-8265-A74AE2BBC2E3}">
      <dgm:prSet custT="1"/>
      <dgm:spPr/>
      <dgm:t>
        <a:bodyPr/>
        <a:lstStyle/>
        <a:p>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Always</a:t>
          </a:r>
          <a:r>
            <a:rPr lang="en-GB" sz="1800" kern="1200" dirty="0"/>
            <a:t> </a:t>
          </a:r>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Measured Relative to Another Point </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dgm:t>
    </dgm:pt>
    <dgm:pt modelId="{69B055EE-47A4-4582-9ED2-E310E9D7F60F}" type="parTrans" cxnId="{FA14909A-F893-4FC1-B7DF-11822363840C}">
      <dgm:prSet/>
      <dgm:spPr/>
      <dgm:t>
        <a:bodyPr/>
        <a:lstStyle/>
        <a:p>
          <a:endParaRPr lang="en-IN"/>
        </a:p>
      </dgm:t>
    </dgm:pt>
    <dgm:pt modelId="{A93749A6-DC3C-494E-8915-60E859E681F0}" type="sibTrans" cxnId="{FA14909A-F893-4FC1-B7DF-11822363840C}">
      <dgm:prSet/>
      <dgm:spPr/>
      <dgm:t>
        <a:bodyPr/>
        <a:lstStyle/>
        <a:p>
          <a:endParaRPr lang="en-IN"/>
        </a:p>
      </dgm:t>
    </dgm:pt>
    <dgm:pt modelId="{B9DDABF3-89B4-40F6-9066-FCFD8EDFA115}">
      <dgm:prSet custT="1"/>
      <dgm:spPr/>
      <dgm:t>
        <a:bodyPr/>
        <a:lstStyle/>
        <a:p>
          <a:r>
            <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Unit: Volt</a:t>
          </a:r>
        </a:p>
      </dgm:t>
    </dgm:pt>
    <dgm:pt modelId="{EBB48E84-D7DF-4547-BD99-6B58FB861AE8}" type="parTrans" cxnId="{B4354AAD-BCBF-48DC-AD63-F306D625FE74}">
      <dgm:prSet/>
      <dgm:spPr/>
      <dgm:t>
        <a:bodyPr/>
        <a:lstStyle/>
        <a:p>
          <a:endParaRPr lang="en-IN"/>
        </a:p>
      </dgm:t>
    </dgm:pt>
    <dgm:pt modelId="{9772E2F7-C947-4BE6-A173-64E1FB1696C0}" type="sibTrans" cxnId="{B4354AAD-BCBF-48DC-AD63-F306D625FE74}">
      <dgm:prSet/>
      <dgm:spPr/>
      <dgm:t>
        <a:bodyPr/>
        <a:lstStyle/>
        <a:p>
          <a:endParaRPr lang="en-IN"/>
        </a:p>
      </dgm:t>
    </dgm:pt>
    <dgm:pt modelId="{AC7D8C78-7452-47AD-914B-5EB41597A61D}" type="pres">
      <dgm:prSet presAssocID="{3EDF1FC1-A65D-4779-BF76-3EC7274271C8}" presName="Name0" presStyleCnt="0">
        <dgm:presLayoutVars>
          <dgm:dir/>
          <dgm:animLvl val="lvl"/>
          <dgm:resizeHandles val="exact"/>
        </dgm:presLayoutVars>
      </dgm:prSet>
      <dgm:spPr/>
    </dgm:pt>
    <dgm:pt modelId="{80FCB0FB-D593-404B-9CBB-A255A6A62E17}" type="pres">
      <dgm:prSet presAssocID="{804000A8-1D20-4C2F-AAC7-A31BA830D333}" presName="composite" presStyleCnt="0"/>
      <dgm:spPr/>
    </dgm:pt>
    <dgm:pt modelId="{6116301D-937B-422A-B355-1DF3CC0743A0}" type="pres">
      <dgm:prSet presAssocID="{804000A8-1D20-4C2F-AAC7-A31BA830D333}" presName="parTx" presStyleLbl="alignNode1" presStyleIdx="0" presStyleCnt="6">
        <dgm:presLayoutVars>
          <dgm:chMax val="0"/>
          <dgm:chPref val="0"/>
          <dgm:bulletEnabled val="1"/>
        </dgm:presLayoutVars>
      </dgm:prSet>
      <dgm:spPr/>
    </dgm:pt>
    <dgm:pt modelId="{BA09580F-7F72-4E1F-84FF-3B8A47DF6ABD}" type="pres">
      <dgm:prSet presAssocID="{804000A8-1D20-4C2F-AAC7-A31BA830D333}" presName="desTx" presStyleLbl="alignAccFollowNode1" presStyleIdx="0" presStyleCnt="6" custLinFactNeighborX="-188">
        <dgm:presLayoutVars>
          <dgm:bulletEnabled val="1"/>
        </dgm:presLayoutVars>
      </dgm:prSet>
      <dgm:spPr/>
    </dgm:pt>
    <dgm:pt modelId="{C82D5593-F38D-491B-ABEB-48B633657D8F}" type="pres">
      <dgm:prSet presAssocID="{05561EB8-B364-4C6E-A1BA-653132B18BA4}" presName="space" presStyleCnt="0"/>
      <dgm:spPr/>
    </dgm:pt>
    <dgm:pt modelId="{6CC88A26-57D3-48D7-93AB-60E52A93B2B3}" type="pres">
      <dgm:prSet presAssocID="{7028D961-8B7A-4C23-8B00-206303969A9A}" presName="composite" presStyleCnt="0"/>
      <dgm:spPr/>
    </dgm:pt>
    <dgm:pt modelId="{26657967-9B0F-4F24-AF8D-E18C2BF26F09}" type="pres">
      <dgm:prSet presAssocID="{7028D961-8B7A-4C23-8B00-206303969A9A}" presName="parTx" presStyleLbl="alignNode1" presStyleIdx="1" presStyleCnt="6">
        <dgm:presLayoutVars>
          <dgm:chMax val="0"/>
          <dgm:chPref val="0"/>
          <dgm:bulletEnabled val="1"/>
        </dgm:presLayoutVars>
      </dgm:prSet>
      <dgm:spPr/>
    </dgm:pt>
    <dgm:pt modelId="{25F72621-0F50-474D-A6B2-2D3CEF7B39D0}" type="pres">
      <dgm:prSet presAssocID="{7028D961-8B7A-4C23-8B00-206303969A9A}" presName="desTx" presStyleLbl="alignAccFollowNode1" presStyleIdx="1" presStyleCnt="6">
        <dgm:presLayoutVars>
          <dgm:bulletEnabled val="1"/>
        </dgm:presLayoutVars>
      </dgm:prSet>
      <dgm:spPr/>
    </dgm:pt>
    <dgm:pt modelId="{B72084D1-A6F0-4EB8-B9BE-F92A4CC5933C}" type="pres">
      <dgm:prSet presAssocID="{CB291339-24E8-4A49-9218-FA28C22CD198}" presName="space" presStyleCnt="0"/>
      <dgm:spPr/>
    </dgm:pt>
    <dgm:pt modelId="{400B3B36-CE3D-49C8-83F2-D4C1728ACBD2}" type="pres">
      <dgm:prSet presAssocID="{A21047D1-4000-4739-BAEB-B66D38678C89}" presName="composite" presStyleCnt="0"/>
      <dgm:spPr/>
    </dgm:pt>
    <dgm:pt modelId="{18C3BE7A-2549-4333-972F-E572BE657023}" type="pres">
      <dgm:prSet presAssocID="{A21047D1-4000-4739-BAEB-B66D38678C89}" presName="parTx" presStyleLbl="alignNode1" presStyleIdx="2" presStyleCnt="6">
        <dgm:presLayoutVars>
          <dgm:chMax val="0"/>
          <dgm:chPref val="0"/>
          <dgm:bulletEnabled val="1"/>
        </dgm:presLayoutVars>
      </dgm:prSet>
      <dgm:spPr/>
    </dgm:pt>
    <dgm:pt modelId="{0ADCDEEB-2636-40F2-9531-0E1FD54328C6}" type="pres">
      <dgm:prSet presAssocID="{A21047D1-4000-4739-BAEB-B66D38678C89}" presName="desTx" presStyleLbl="alignAccFollowNode1" presStyleIdx="2" presStyleCnt="6">
        <dgm:presLayoutVars>
          <dgm:bulletEnabled val="1"/>
        </dgm:presLayoutVars>
      </dgm:prSet>
      <dgm:spPr/>
    </dgm:pt>
    <dgm:pt modelId="{9FFE1D57-946F-415F-8F9B-05E3D237AFA5}" type="pres">
      <dgm:prSet presAssocID="{B3980DD8-C6C8-4259-8C82-1B268B10C730}" presName="space" presStyleCnt="0"/>
      <dgm:spPr/>
    </dgm:pt>
    <dgm:pt modelId="{7B854473-11D8-4710-91E4-4A110C4ACAD8}" type="pres">
      <dgm:prSet presAssocID="{03DB91F1-94AF-4FEE-B93D-45327C0CFB60}" presName="composite" presStyleCnt="0"/>
      <dgm:spPr/>
    </dgm:pt>
    <dgm:pt modelId="{0EE71C2D-9076-4076-93DC-6275C7B1573F}" type="pres">
      <dgm:prSet presAssocID="{03DB91F1-94AF-4FEE-B93D-45327C0CFB60}" presName="parTx" presStyleLbl="alignNode1" presStyleIdx="3" presStyleCnt="6">
        <dgm:presLayoutVars>
          <dgm:chMax val="0"/>
          <dgm:chPref val="0"/>
          <dgm:bulletEnabled val="1"/>
        </dgm:presLayoutVars>
      </dgm:prSet>
      <dgm:spPr/>
    </dgm:pt>
    <dgm:pt modelId="{F885D2FA-99D1-4110-870E-878A9B08C7B4}" type="pres">
      <dgm:prSet presAssocID="{03DB91F1-94AF-4FEE-B93D-45327C0CFB60}" presName="desTx" presStyleLbl="alignAccFollowNode1" presStyleIdx="3" presStyleCnt="6">
        <dgm:presLayoutVars>
          <dgm:bulletEnabled val="1"/>
        </dgm:presLayoutVars>
      </dgm:prSet>
      <dgm:spPr/>
    </dgm:pt>
    <dgm:pt modelId="{E314C5FA-4285-4680-AB76-7FF2891359D1}" type="pres">
      <dgm:prSet presAssocID="{EC2ACB08-D9DC-4FDF-9B56-CD9670E39784}" presName="space" presStyleCnt="0"/>
      <dgm:spPr/>
    </dgm:pt>
    <dgm:pt modelId="{FF65053F-EBAF-427F-9560-6F9D47894694}" type="pres">
      <dgm:prSet presAssocID="{300B940C-0351-4EF0-AFDE-778B7BC3710A}" presName="composite" presStyleCnt="0"/>
      <dgm:spPr/>
    </dgm:pt>
    <dgm:pt modelId="{37B5EE4A-30F3-4F21-B837-5C0A4271F4FA}" type="pres">
      <dgm:prSet presAssocID="{300B940C-0351-4EF0-AFDE-778B7BC3710A}" presName="parTx" presStyleLbl="alignNode1" presStyleIdx="4" presStyleCnt="6">
        <dgm:presLayoutVars>
          <dgm:chMax val="0"/>
          <dgm:chPref val="0"/>
          <dgm:bulletEnabled val="1"/>
        </dgm:presLayoutVars>
      </dgm:prSet>
      <dgm:spPr/>
    </dgm:pt>
    <dgm:pt modelId="{E8909AFF-5EA0-40D8-9454-68EA75427D7E}" type="pres">
      <dgm:prSet presAssocID="{300B940C-0351-4EF0-AFDE-778B7BC3710A}" presName="desTx" presStyleLbl="alignAccFollowNode1" presStyleIdx="4" presStyleCnt="6">
        <dgm:presLayoutVars>
          <dgm:bulletEnabled val="1"/>
        </dgm:presLayoutVars>
      </dgm:prSet>
      <dgm:spPr/>
    </dgm:pt>
    <dgm:pt modelId="{A4C3264A-684B-4C82-B5CB-1DC17EA8D244}" type="pres">
      <dgm:prSet presAssocID="{7E06709D-C67C-4833-A1CD-2D016069D05B}" presName="space" presStyleCnt="0"/>
      <dgm:spPr/>
    </dgm:pt>
    <dgm:pt modelId="{31C59B69-3512-416C-9B4F-47E52580C37A}" type="pres">
      <dgm:prSet presAssocID="{12BE8B51-7450-4F25-9954-306C4753302E}" presName="composite" presStyleCnt="0"/>
      <dgm:spPr/>
    </dgm:pt>
    <dgm:pt modelId="{1A4FC12D-E360-4542-A1AD-E0AA346640C9}" type="pres">
      <dgm:prSet presAssocID="{12BE8B51-7450-4F25-9954-306C4753302E}" presName="parTx" presStyleLbl="alignNode1" presStyleIdx="5" presStyleCnt="6">
        <dgm:presLayoutVars>
          <dgm:chMax val="0"/>
          <dgm:chPref val="0"/>
          <dgm:bulletEnabled val="1"/>
        </dgm:presLayoutVars>
      </dgm:prSet>
      <dgm:spPr/>
    </dgm:pt>
    <dgm:pt modelId="{FAB65F64-FD02-42F8-A845-F683AB09E8B8}" type="pres">
      <dgm:prSet presAssocID="{12BE8B51-7450-4F25-9954-306C4753302E}" presName="desTx" presStyleLbl="alignAccFollowNode1" presStyleIdx="5" presStyleCnt="6">
        <dgm:presLayoutVars>
          <dgm:bulletEnabled val="1"/>
        </dgm:presLayoutVars>
      </dgm:prSet>
      <dgm:spPr/>
    </dgm:pt>
  </dgm:ptLst>
  <dgm:cxnLst>
    <dgm:cxn modelId="{4060A901-F904-44E4-A6EE-66D820BE02A3}" srcId="{804000A8-1D20-4C2F-AAC7-A31BA830D333}" destId="{A743983E-5159-403B-96A2-F73FBDA8834C}" srcOrd="2" destOrd="0" parTransId="{93C664E7-2A8F-47B0-8E08-B878C5872A9F}" sibTransId="{D2382BEF-A22D-4651-8A6C-0B8A9351C7A4}"/>
    <dgm:cxn modelId="{D686E706-1FD3-4D57-BB68-4A6B5BFAC6B4}" srcId="{3EDF1FC1-A65D-4779-BF76-3EC7274271C8}" destId="{300B940C-0351-4EF0-AFDE-778B7BC3710A}" srcOrd="4" destOrd="0" parTransId="{62DA3BB2-0286-46DF-AF3C-BB69C25D7673}" sibTransId="{7E06709D-C67C-4833-A1CD-2D016069D05B}"/>
    <dgm:cxn modelId="{F4136C0E-9925-4BC3-86B3-594CEC17F50F}" type="presOf" srcId="{A21047D1-4000-4739-BAEB-B66D38678C89}" destId="{18C3BE7A-2549-4333-972F-E572BE657023}" srcOrd="0" destOrd="0" presId="urn:microsoft.com/office/officeart/2005/8/layout/hList1"/>
    <dgm:cxn modelId="{06157B14-B6B9-45CD-AB8C-091084A13F69}" type="presOf" srcId="{454A1510-31C1-4AE0-9603-DF5DB64C36FC}" destId="{E8909AFF-5EA0-40D8-9454-68EA75427D7E}" srcOrd="0" destOrd="2" presId="urn:microsoft.com/office/officeart/2005/8/layout/hList1"/>
    <dgm:cxn modelId="{1E45FF1C-93B9-480E-A13C-3AECFC929815}" srcId="{300B940C-0351-4EF0-AFDE-778B7BC3710A}" destId="{454A1510-31C1-4AE0-9603-DF5DB64C36FC}" srcOrd="2" destOrd="0" parTransId="{7A5C74A5-B64B-4D39-9F19-2CA92B791383}" sibTransId="{A2E3A2C6-FA1E-4E11-A666-8EB8EF4D6766}"/>
    <dgm:cxn modelId="{F867031E-8021-4755-9447-D7AAE6D73179}" type="presOf" srcId="{300B940C-0351-4EF0-AFDE-778B7BC3710A}" destId="{37B5EE4A-30F3-4F21-B837-5C0A4271F4FA}" srcOrd="0" destOrd="0" presId="urn:microsoft.com/office/officeart/2005/8/layout/hList1"/>
    <dgm:cxn modelId="{51458023-C659-4636-822A-D14748BD4026}" srcId="{03DB91F1-94AF-4FEE-B93D-45327C0CFB60}" destId="{5F4E2EBD-B15B-42ED-96FE-DFABF05630A5}" srcOrd="1" destOrd="0" parTransId="{D9526C3D-1BE7-4542-BE09-CA16F4A9F323}" sibTransId="{58C2C23D-37A3-4011-B7C5-3ECDAFB9F894}"/>
    <dgm:cxn modelId="{1C5FDA34-058F-4BCE-A697-0896772A5EAF}" srcId="{3EDF1FC1-A65D-4779-BF76-3EC7274271C8}" destId="{804000A8-1D20-4C2F-AAC7-A31BA830D333}" srcOrd="0" destOrd="0" parTransId="{ADB7A59F-E9DF-478C-8C36-3E09BD3635EE}" sibTransId="{05561EB8-B364-4C6E-A1BA-653132B18BA4}"/>
    <dgm:cxn modelId="{2E155537-A45E-45E9-AA17-CC33DC3F14A4}" type="presOf" srcId="{290DCC17-7BF8-4149-82BC-C50F559448D2}" destId="{F885D2FA-99D1-4110-870E-878A9B08C7B4}" srcOrd="0" destOrd="0" presId="urn:microsoft.com/office/officeart/2005/8/layout/hList1"/>
    <dgm:cxn modelId="{34C03A43-FE82-435B-B583-4B1859498715}" srcId="{A21047D1-4000-4739-BAEB-B66D38678C89}" destId="{77567B3D-D691-499A-8544-4C1C78492472}" srcOrd="2" destOrd="0" parTransId="{5D0BEDA5-B68B-4E94-836C-6B7328CA101E}" sibTransId="{83C1E664-D157-4561-8EC9-1ABD89153A50}"/>
    <dgm:cxn modelId="{AE699D49-7259-4C63-AB3A-0C4122F05232}" srcId="{3EDF1FC1-A65D-4779-BF76-3EC7274271C8}" destId="{7028D961-8B7A-4C23-8B00-206303969A9A}" srcOrd="1" destOrd="0" parTransId="{E6C23D58-07D7-46C2-A99A-3BF90DDFBF16}" sibTransId="{CB291339-24E8-4A49-9218-FA28C22CD198}"/>
    <dgm:cxn modelId="{24AAFA4A-1064-4221-8CC4-D99CD33B4D12}" srcId="{300B940C-0351-4EF0-AFDE-778B7BC3710A}" destId="{0CA07B06-02C2-4689-971E-84EAACD16BD2}" srcOrd="1" destOrd="0" parTransId="{1FD6C001-B938-4CED-8D15-017DDF499667}" sibTransId="{CF928F08-425B-4406-B7C4-3D656A3043D6}"/>
    <dgm:cxn modelId="{53D48D6C-04DC-4FAE-8026-F70EE2CF68AB}" srcId="{7028D961-8B7A-4C23-8B00-206303969A9A}" destId="{AE0A89F7-3CA2-4558-965F-5E7193F536B1}" srcOrd="2" destOrd="0" parTransId="{D2755A97-2A3A-4799-A6FD-C8FBB0FE579D}" sibTransId="{3324C0E1-A574-4BDB-9BBA-1573480A2439}"/>
    <dgm:cxn modelId="{05B5C14D-C355-4B35-B6F9-15F3A8A841F7}" type="presOf" srcId="{3EDF1FC1-A65D-4779-BF76-3EC7274271C8}" destId="{AC7D8C78-7452-47AD-914B-5EB41597A61D}" srcOrd="0" destOrd="0" presId="urn:microsoft.com/office/officeart/2005/8/layout/hList1"/>
    <dgm:cxn modelId="{DBB4F16D-6BBA-47E9-81BF-337B938EF3B7}" type="presOf" srcId="{03DB91F1-94AF-4FEE-B93D-45327C0CFB60}" destId="{0EE71C2D-9076-4076-93DC-6275C7B1573F}" srcOrd="0" destOrd="0" presId="urn:microsoft.com/office/officeart/2005/8/layout/hList1"/>
    <dgm:cxn modelId="{D1FFDE50-8F71-4275-A4E7-7A2D40B0EE71}" type="presOf" srcId="{5136EEBC-E992-4895-B8B5-4F7EF03BAEB5}" destId="{E8909AFF-5EA0-40D8-9454-68EA75427D7E}" srcOrd="0" destOrd="0" presId="urn:microsoft.com/office/officeart/2005/8/layout/hList1"/>
    <dgm:cxn modelId="{42758255-C5F9-48AC-AD31-931F5EA097D1}" type="presOf" srcId="{A743983E-5159-403B-96A2-F73FBDA8834C}" destId="{BA09580F-7F72-4E1F-84FF-3B8A47DF6ABD}" srcOrd="0" destOrd="2" presId="urn:microsoft.com/office/officeart/2005/8/layout/hList1"/>
    <dgm:cxn modelId="{15792656-4EB7-4C06-90B1-581E9C3AD722}" srcId="{03DB91F1-94AF-4FEE-B93D-45327C0CFB60}" destId="{290DCC17-7BF8-4149-82BC-C50F559448D2}" srcOrd="0" destOrd="0" parTransId="{CF39C6DF-BA9D-4444-84E7-437091D2B2F1}" sibTransId="{316A7E63-DF1A-4811-A25F-BC3F66E7918D}"/>
    <dgm:cxn modelId="{91E29079-60D0-4868-B6FB-547484731198}" type="presOf" srcId="{91D32A73-91D8-4046-8C66-3A18C8F5F6B7}" destId="{0ADCDEEB-2636-40F2-9531-0E1FD54328C6}" srcOrd="0" destOrd="1" presId="urn:microsoft.com/office/officeart/2005/8/layout/hList1"/>
    <dgm:cxn modelId="{FA45017B-0A2F-4C05-B8A4-1D1E4EFDD57E}" srcId="{12BE8B51-7450-4F25-9954-306C4753302E}" destId="{409E1F19-6568-44CF-81B3-7A3F3EE8F79F}" srcOrd="0" destOrd="0" parTransId="{84668089-E971-4EBA-87CB-A8310EAEDFB9}" sibTransId="{2675018E-9A83-4696-8B01-C6727390B829}"/>
    <dgm:cxn modelId="{CD04227F-2BA2-4C0D-9295-0DB549C0E4FD}" srcId="{A21047D1-4000-4739-BAEB-B66D38678C89}" destId="{91D32A73-91D8-4046-8C66-3A18C8F5F6B7}" srcOrd="1" destOrd="0" parTransId="{2D583C82-18A3-493C-97ED-F9FCAD91E41A}" sibTransId="{3C1DE47D-E099-448D-BDEA-129AE4743E8C}"/>
    <dgm:cxn modelId="{D891DD80-1874-493B-A8AF-FBD510072F00}" srcId="{3EDF1FC1-A65D-4779-BF76-3EC7274271C8}" destId="{12BE8B51-7450-4F25-9954-306C4753302E}" srcOrd="5" destOrd="0" parTransId="{D42F415D-85F5-452B-BEB8-4C26ABC5C49C}" sibTransId="{64B616A1-9B0E-4584-BC2F-F8B8A7D92D8A}"/>
    <dgm:cxn modelId="{7C7CA386-152C-4210-ADC6-D731FCFDE604}" type="presOf" srcId="{12BE8B51-7450-4F25-9954-306C4753302E}" destId="{1A4FC12D-E360-4542-A1AD-E0AA346640C9}" srcOrd="0" destOrd="0" presId="urn:microsoft.com/office/officeart/2005/8/layout/hList1"/>
    <dgm:cxn modelId="{D45A6788-031F-45E2-A772-2CE2EA98590C}" type="presOf" srcId="{5F4E2EBD-B15B-42ED-96FE-DFABF05630A5}" destId="{F885D2FA-99D1-4110-870E-878A9B08C7B4}" srcOrd="0" destOrd="1" presId="urn:microsoft.com/office/officeart/2005/8/layout/hList1"/>
    <dgm:cxn modelId="{65300889-8464-461E-936D-F757BE213FB3}" type="presOf" srcId="{B9DDABF3-89B4-40F6-9066-FCFD8EDFA115}" destId="{FAB65F64-FD02-42F8-A845-F683AB09E8B8}" srcOrd="0" destOrd="2" presId="urn:microsoft.com/office/officeart/2005/8/layout/hList1"/>
    <dgm:cxn modelId="{0D897D8D-9E67-45D1-9454-7538945D47C6}" type="presOf" srcId="{B8B64D4A-F0B4-4D7C-A398-F2FD671BC78A}" destId="{25F72621-0F50-474D-A6B2-2D3CEF7B39D0}" srcOrd="0" destOrd="0" presId="urn:microsoft.com/office/officeart/2005/8/layout/hList1"/>
    <dgm:cxn modelId="{067C5C97-17A2-4F9E-A1D7-CC3028DDAB2F}" type="presOf" srcId="{409E1F19-6568-44CF-81B3-7A3F3EE8F79F}" destId="{FAB65F64-FD02-42F8-A845-F683AB09E8B8}" srcOrd="0" destOrd="0" presId="urn:microsoft.com/office/officeart/2005/8/layout/hList1"/>
    <dgm:cxn modelId="{FA14909A-F893-4FC1-B7DF-11822363840C}" srcId="{12BE8B51-7450-4F25-9954-306C4753302E}" destId="{71F529A1-BF65-4189-8265-A74AE2BBC2E3}" srcOrd="1" destOrd="0" parTransId="{69B055EE-47A4-4582-9ED2-E310E9D7F60F}" sibTransId="{A93749A6-DC3C-494E-8915-60E859E681F0}"/>
    <dgm:cxn modelId="{23436E9D-51B0-49FA-B8EF-B87FCC379353}" srcId="{7028D961-8B7A-4C23-8B00-206303969A9A}" destId="{B8B64D4A-F0B4-4D7C-A398-F2FD671BC78A}" srcOrd="0" destOrd="0" parTransId="{DB53F58F-09B8-4FBD-BE9D-E9382A46B177}" sibTransId="{34EF8ADD-5A46-4F14-951E-A529C4B780DF}"/>
    <dgm:cxn modelId="{EA1F699F-F333-4DC4-B748-7468E65FE7E3}" srcId="{804000A8-1D20-4C2F-AAC7-A31BA830D333}" destId="{8F9D9A8C-BE29-43AE-A7C8-DCA6C2AF1A1B}" srcOrd="1" destOrd="0" parTransId="{453CF98B-9011-4AA7-94BC-C5C844306AFE}" sibTransId="{FB8100E8-D721-4A18-BD03-1AF0834E059A}"/>
    <dgm:cxn modelId="{1B10A4A8-37E4-4C79-9CB6-9D0CC01935B7}" type="presOf" srcId="{8F9D9A8C-BE29-43AE-A7C8-DCA6C2AF1A1B}" destId="{BA09580F-7F72-4E1F-84FF-3B8A47DF6ABD}" srcOrd="0" destOrd="1" presId="urn:microsoft.com/office/officeart/2005/8/layout/hList1"/>
    <dgm:cxn modelId="{B4354AAD-BCBF-48DC-AD63-F306D625FE74}" srcId="{12BE8B51-7450-4F25-9954-306C4753302E}" destId="{B9DDABF3-89B4-40F6-9066-FCFD8EDFA115}" srcOrd="2" destOrd="0" parTransId="{EBB48E84-D7DF-4547-BD99-6B58FB861AE8}" sibTransId="{9772E2F7-C947-4BE6-A173-64E1FB1696C0}"/>
    <dgm:cxn modelId="{9C937DB0-BA68-4796-B95A-C0BDA56402F2}" type="presOf" srcId="{804000A8-1D20-4C2F-AAC7-A31BA830D333}" destId="{6116301D-937B-422A-B355-1DF3CC0743A0}" srcOrd="0" destOrd="0" presId="urn:microsoft.com/office/officeart/2005/8/layout/hList1"/>
    <dgm:cxn modelId="{553A87B9-3F05-4DD5-AD21-BC45710EE976}" type="presOf" srcId="{B529F7FB-FA0F-4904-BC6A-4B9A6823E49B}" destId="{25F72621-0F50-474D-A6B2-2D3CEF7B39D0}" srcOrd="0" destOrd="1" presId="urn:microsoft.com/office/officeart/2005/8/layout/hList1"/>
    <dgm:cxn modelId="{2C8109BA-0B55-4815-A87A-C48588D0D10E}" srcId="{3EDF1FC1-A65D-4779-BF76-3EC7274271C8}" destId="{03DB91F1-94AF-4FEE-B93D-45327C0CFB60}" srcOrd="3" destOrd="0" parTransId="{6270828C-9217-4DE0-B96A-FAEED6BBD952}" sibTransId="{EC2ACB08-D9DC-4FDF-9B56-CD9670E39784}"/>
    <dgm:cxn modelId="{D55476BC-D1F2-435F-841F-89A7810E6AC3}" type="presOf" srcId="{0CA07B06-02C2-4689-971E-84EAACD16BD2}" destId="{E8909AFF-5EA0-40D8-9454-68EA75427D7E}" srcOrd="0" destOrd="1" presId="urn:microsoft.com/office/officeart/2005/8/layout/hList1"/>
    <dgm:cxn modelId="{C691CDBD-D791-4657-BBF8-C50BF9033E74}" srcId="{804000A8-1D20-4C2F-AAC7-A31BA830D333}" destId="{212E9B6F-719E-42B4-B2F9-9861062201E1}" srcOrd="0" destOrd="0" parTransId="{ECDE56CD-E415-43CB-9691-F1A76A1B71E1}" sibTransId="{81B4B9B5-89C7-454D-8881-BB37B33D1DDA}"/>
    <dgm:cxn modelId="{C4941EC3-C946-453D-A38A-21018084B000}" srcId="{7028D961-8B7A-4C23-8B00-206303969A9A}" destId="{B529F7FB-FA0F-4904-BC6A-4B9A6823E49B}" srcOrd="1" destOrd="0" parTransId="{10C485E1-F5BB-4A3D-8DCC-CE3F4B6C6C60}" sibTransId="{83C013FC-3DFD-4DE9-9B27-8AA6124D65CE}"/>
    <dgm:cxn modelId="{B528FACA-8B2A-4D98-922F-C8D494F40BF2}" type="presOf" srcId="{77567B3D-D691-499A-8544-4C1C78492472}" destId="{0ADCDEEB-2636-40F2-9531-0E1FD54328C6}" srcOrd="0" destOrd="2" presId="urn:microsoft.com/office/officeart/2005/8/layout/hList1"/>
    <dgm:cxn modelId="{B098A8CF-46FC-4B5B-B3ED-3E814FA70950}" type="presOf" srcId="{212E9B6F-719E-42B4-B2F9-9861062201E1}" destId="{BA09580F-7F72-4E1F-84FF-3B8A47DF6ABD}" srcOrd="0" destOrd="0" presId="urn:microsoft.com/office/officeart/2005/8/layout/hList1"/>
    <dgm:cxn modelId="{D18C63D6-178A-4F64-A7EF-396C3B51A44B}" srcId="{300B940C-0351-4EF0-AFDE-778B7BC3710A}" destId="{5136EEBC-E992-4895-B8B5-4F7EF03BAEB5}" srcOrd="0" destOrd="0" parTransId="{B20DD3DA-C890-47E4-8872-AA64602AFC82}" sibTransId="{FEBD4676-1135-4EA1-ABF1-9B07385233EF}"/>
    <dgm:cxn modelId="{633957E2-9F6A-4348-A6AF-5D2660037CA7}" srcId="{3EDF1FC1-A65D-4779-BF76-3EC7274271C8}" destId="{A21047D1-4000-4739-BAEB-B66D38678C89}" srcOrd="2" destOrd="0" parTransId="{2B3CC89A-6191-41B8-9997-8AE5A84E77E9}" sibTransId="{B3980DD8-C6C8-4259-8C82-1B268B10C730}"/>
    <dgm:cxn modelId="{6EBA6AE7-5C86-4459-B3B5-E11BE8A571AA}" type="presOf" srcId="{AE0A89F7-3CA2-4558-965F-5E7193F536B1}" destId="{25F72621-0F50-474D-A6B2-2D3CEF7B39D0}" srcOrd="0" destOrd="2" presId="urn:microsoft.com/office/officeart/2005/8/layout/hList1"/>
    <dgm:cxn modelId="{FEDF46EE-4F04-4210-8562-2AA923FB894A}" type="presOf" srcId="{A069A751-F15A-45BD-A64A-8B9A45845201}" destId="{0ADCDEEB-2636-40F2-9531-0E1FD54328C6}" srcOrd="0" destOrd="0" presId="urn:microsoft.com/office/officeart/2005/8/layout/hList1"/>
    <dgm:cxn modelId="{56D7C2EE-49C8-40BD-B719-8764ACDBEAD2}" type="presOf" srcId="{71F529A1-BF65-4189-8265-A74AE2BBC2E3}" destId="{FAB65F64-FD02-42F8-A845-F683AB09E8B8}" srcOrd="0" destOrd="1" presId="urn:microsoft.com/office/officeart/2005/8/layout/hList1"/>
    <dgm:cxn modelId="{51BFD6F0-35E6-4555-91D3-5EE20259ECA2}" type="presOf" srcId="{7028D961-8B7A-4C23-8B00-206303969A9A}" destId="{26657967-9B0F-4F24-AF8D-E18C2BF26F09}" srcOrd="0" destOrd="0" presId="urn:microsoft.com/office/officeart/2005/8/layout/hList1"/>
    <dgm:cxn modelId="{6A990BF6-0BAC-4665-AE46-337D792B1252}" srcId="{A21047D1-4000-4739-BAEB-B66D38678C89}" destId="{A069A751-F15A-45BD-A64A-8B9A45845201}" srcOrd="0" destOrd="0" parTransId="{1BF6F626-8DF8-4FC3-8881-66AEDFF7FD48}" sibTransId="{900210FF-A30F-4334-ADD2-6F32B9BC3EBF}"/>
    <dgm:cxn modelId="{E4165939-799E-4425-B865-4F42F19F69B8}" type="presParOf" srcId="{AC7D8C78-7452-47AD-914B-5EB41597A61D}" destId="{80FCB0FB-D593-404B-9CBB-A255A6A62E17}" srcOrd="0" destOrd="0" presId="urn:microsoft.com/office/officeart/2005/8/layout/hList1"/>
    <dgm:cxn modelId="{F1C2CCFB-5C51-4191-9A06-EC42021E45BF}" type="presParOf" srcId="{80FCB0FB-D593-404B-9CBB-A255A6A62E17}" destId="{6116301D-937B-422A-B355-1DF3CC0743A0}" srcOrd="0" destOrd="0" presId="urn:microsoft.com/office/officeart/2005/8/layout/hList1"/>
    <dgm:cxn modelId="{3651879E-1BFF-4774-A3C8-D180473D6EB1}" type="presParOf" srcId="{80FCB0FB-D593-404B-9CBB-A255A6A62E17}" destId="{BA09580F-7F72-4E1F-84FF-3B8A47DF6ABD}" srcOrd="1" destOrd="0" presId="urn:microsoft.com/office/officeart/2005/8/layout/hList1"/>
    <dgm:cxn modelId="{36D50548-6F19-4A3C-BEDF-400F5E3DDD85}" type="presParOf" srcId="{AC7D8C78-7452-47AD-914B-5EB41597A61D}" destId="{C82D5593-F38D-491B-ABEB-48B633657D8F}" srcOrd="1" destOrd="0" presId="urn:microsoft.com/office/officeart/2005/8/layout/hList1"/>
    <dgm:cxn modelId="{C7162E7C-0697-47ED-B892-E5D65FBD7CA5}" type="presParOf" srcId="{AC7D8C78-7452-47AD-914B-5EB41597A61D}" destId="{6CC88A26-57D3-48D7-93AB-60E52A93B2B3}" srcOrd="2" destOrd="0" presId="urn:microsoft.com/office/officeart/2005/8/layout/hList1"/>
    <dgm:cxn modelId="{CF9225A6-D3C9-434A-9FF5-96DFB6B2B98D}" type="presParOf" srcId="{6CC88A26-57D3-48D7-93AB-60E52A93B2B3}" destId="{26657967-9B0F-4F24-AF8D-E18C2BF26F09}" srcOrd="0" destOrd="0" presId="urn:microsoft.com/office/officeart/2005/8/layout/hList1"/>
    <dgm:cxn modelId="{16DA0022-C663-441B-804A-6816B1417C0C}" type="presParOf" srcId="{6CC88A26-57D3-48D7-93AB-60E52A93B2B3}" destId="{25F72621-0F50-474D-A6B2-2D3CEF7B39D0}" srcOrd="1" destOrd="0" presId="urn:microsoft.com/office/officeart/2005/8/layout/hList1"/>
    <dgm:cxn modelId="{D69B0DFF-17FE-412D-AC22-8795E592A8E1}" type="presParOf" srcId="{AC7D8C78-7452-47AD-914B-5EB41597A61D}" destId="{B72084D1-A6F0-4EB8-B9BE-F92A4CC5933C}" srcOrd="3" destOrd="0" presId="urn:microsoft.com/office/officeart/2005/8/layout/hList1"/>
    <dgm:cxn modelId="{41D77C37-EE90-428A-B026-853C00A732E0}" type="presParOf" srcId="{AC7D8C78-7452-47AD-914B-5EB41597A61D}" destId="{400B3B36-CE3D-49C8-83F2-D4C1728ACBD2}" srcOrd="4" destOrd="0" presId="urn:microsoft.com/office/officeart/2005/8/layout/hList1"/>
    <dgm:cxn modelId="{7E39C866-4CA4-462D-AC00-660CD9944763}" type="presParOf" srcId="{400B3B36-CE3D-49C8-83F2-D4C1728ACBD2}" destId="{18C3BE7A-2549-4333-972F-E572BE657023}" srcOrd="0" destOrd="0" presId="urn:microsoft.com/office/officeart/2005/8/layout/hList1"/>
    <dgm:cxn modelId="{377034A8-5D59-464C-B96B-5F76C0959377}" type="presParOf" srcId="{400B3B36-CE3D-49C8-83F2-D4C1728ACBD2}" destId="{0ADCDEEB-2636-40F2-9531-0E1FD54328C6}" srcOrd="1" destOrd="0" presId="urn:microsoft.com/office/officeart/2005/8/layout/hList1"/>
    <dgm:cxn modelId="{8F14A440-C68F-4DF2-B354-965423BEC213}" type="presParOf" srcId="{AC7D8C78-7452-47AD-914B-5EB41597A61D}" destId="{9FFE1D57-946F-415F-8F9B-05E3D237AFA5}" srcOrd="5" destOrd="0" presId="urn:microsoft.com/office/officeart/2005/8/layout/hList1"/>
    <dgm:cxn modelId="{40817DEA-0DDA-4E36-8524-ECFD9EB72450}" type="presParOf" srcId="{AC7D8C78-7452-47AD-914B-5EB41597A61D}" destId="{7B854473-11D8-4710-91E4-4A110C4ACAD8}" srcOrd="6" destOrd="0" presId="urn:microsoft.com/office/officeart/2005/8/layout/hList1"/>
    <dgm:cxn modelId="{1577EFE8-5A5B-4F9D-887C-AE24DA59A963}" type="presParOf" srcId="{7B854473-11D8-4710-91E4-4A110C4ACAD8}" destId="{0EE71C2D-9076-4076-93DC-6275C7B1573F}" srcOrd="0" destOrd="0" presId="urn:microsoft.com/office/officeart/2005/8/layout/hList1"/>
    <dgm:cxn modelId="{5AA92013-41E9-4EB1-B163-79F1776C645C}" type="presParOf" srcId="{7B854473-11D8-4710-91E4-4A110C4ACAD8}" destId="{F885D2FA-99D1-4110-870E-878A9B08C7B4}" srcOrd="1" destOrd="0" presId="urn:microsoft.com/office/officeart/2005/8/layout/hList1"/>
    <dgm:cxn modelId="{7C9AD1F8-CF7C-4313-B5A0-76CBD27E068F}" type="presParOf" srcId="{AC7D8C78-7452-47AD-914B-5EB41597A61D}" destId="{E314C5FA-4285-4680-AB76-7FF2891359D1}" srcOrd="7" destOrd="0" presId="urn:microsoft.com/office/officeart/2005/8/layout/hList1"/>
    <dgm:cxn modelId="{F4C679CD-5A3D-4017-971F-0E188DD96562}" type="presParOf" srcId="{AC7D8C78-7452-47AD-914B-5EB41597A61D}" destId="{FF65053F-EBAF-427F-9560-6F9D47894694}" srcOrd="8" destOrd="0" presId="urn:microsoft.com/office/officeart/2005/8/layout/hList1"/>
    <dgm:cxn modelId="{560C75B3-D6C6-45D9-BEEA-07323ED769E8}" type="presParOf" srcId="{FF65053F-EBAF-427F-9560-6F9D47894694}" destId="{37B5EE4A-30F3-4F21-B837-5C0A4271F4FA}" srcOrd="0" destOrd="0" presId="urn:microsoft.com/office/officeart/2005/8/layout/hList1"/>
    <dgm:cxn modelId="{89ED9ECF-11F9-4A01-B89A-AD8F4CC96C0E}" type="presParOf" srcId="{FF65053F-EBAF-427F-9560-6F9D47894694}" destId="{E8909AFF-5EA0-40D8-9454-68EA75427D7E}" srcOrd="1" destOrd="0" presId="urn:microsoft.com/office/officeart/2005/8/layout/hList1"/>
    <dgm:cxn modelId="{2DA316EA-4C84-4C2B-8729-53739449751C}" type="presParOf" srcId="{AC7D8C78-7452-47AD-914B-5EB41597A61D}" destId="{A4C3264A-684B-4C82-B5CB-1DC17EA8D244}" srcOrd="9" destOrd="0" presId="urn:microsoft.com/office/officeart/2005/8/layout/hList1"/>
    <dgm:cxn modelId="{938E6D46-D09B-4D34-A306-B0315725568C}" type="presParOf" srcId="{AC7D8C78-7452-47AD-914B-5EB41597A61D}" destId="{31C59B69-3512-416C-9B4F-47E52580C37A}" srcOrd="10" destOrd="0" presId="urn:microsoft.com/office/officeart/2005/8/layout/hList1"/>
    <dgm:cxn modelId="{9ECB107E-4530-4E0B-9E4F-B22F2BF3A069}" type="presParOf" srcId="{31C59B69-3512-416C-9B4F-47E52580C37A}" destId="{1A4FC12D-E360-4542-A1AD-E0AA346640C9}" srcOrd="0" destOrd="0" presId="urn:microsoft.com/office/officeart/2005/8/layout/hList1"/>
    <dgm:cxn modelId="{35122DF9-339D-406B-B962-B0483C3B207A}" type="presParOf" srcId="{31C59B69-3512-416C-9B4F-47E52580C37A}" destId="{FAB65F64-FD02-42F8-A845-F683AB09E8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DF1FC1-A65D-4779-BF76-3EC7274271C8}" type="doc">
      <dgm:prSet loTypeId="urn:microsoft.com/office/officeart/2005/8/layout/hList1" loCatId="list" qsTypeId="urn:microsoft.com/office/officeart/2005/8/quickstyle/simple1" qsCatId="simple" csTypeId="urn:microsoft.com/office/officeart/2005/8/colors/colorful1" csCatId="colorful" phldr="1"/>
      <dgm:spPr/>
    </dgm:pt>
    <dgm:pt modelId="{804000A8-1D20-4C2F-AAC7-A31BA830D333}">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Force</a:t>
          </a:r>
        </a:p>
      </dgm:t>
    </dgm:pt>
    <dgm:pt modelId="{ADB7A59F-E9DF-478C-8C36-3E09BD3635EE}" type="parTrans" cxnId="{1C5FDA34-058F-4BCE-A697-0896772A5EAF}">
      <dgm:prSet/>
      <dgm:spPr/>
      <dgm:t>
        <a:bodyPr/>
        <a:lstStyle/>
        <a:p>
          <a:endParaRPr lang="en-US">
            <a:latin typeface="Times New Roman" panose="02020603050405020304" pitchFamily="18" charset="0"/>
            <a:cs typeface="Times New Roman" panose="02020603050405020304" pitchFamily="18" charset="0"/>
          </a:endParaRPr>
        </a:p>
      </dgm:t>
    </dgm:pt>
    <dgm:pt modelId="{05561EB8-B364-4C6E-A1BA-653132B18BA4}" type="sibTrans" cxnId="{1C5FDA34-058F-4BCE-A697-0896772A5EAF}">
      <dgm:prSet/>
      <dgm:spPr/>
      <dgm:t>
        <a:bodyPr/>
        <a:lstStyle/>
        <a:p>
          <a:endParaRPr lang="en-US">
            <a:latin typeface="Times New Roman" panose="02020603050405020304" pitchFamily="18" charset="0"/>
            <a:cs typeface="Times New Roman" panose="02020603050405020304" pitchFamily="18" charset="0"/>
          </a:endParaRPr>
        </a:p>
      </dgm:t>
    </dgm:pt>
    <dgm:pt modelId="{7028D961-8B7A-4C23-8B00-206303969A9A}">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Energy</a:t>
          </a:r>
        </a:p>
      </dgm:t>
    </dgm:pt>
    <dgm:pt modelId="{E6C23D58-07D7-46C2-A99A-3BF90DDFBF16}" type="parTrans" cxnId="{AE699D49-7259-4C63-AB3A-0C4122F05232}">
      <dgm:prSet/>
      <dgm:spPr/>
      <dgm:t>
        <a:bodyPr/>
        <a:lstStyle/>
        <a:p>
          <a:endParaRPr lang="en-US">
            <a:latin typeface="Times New Roman" panose="02020603050405020304" pitchFamily="18" charset="0"/>
            <a:cs typeface="Times New Roman" panose="02020603050405020304" pitchFamily="18" charset="0"/>
          </a:endParaRPr>
        </a:p>
      </dgm:t>
    </dgm:pt>
    <dgm:pt modelId="{CB291339-24E8-4A49-9218-FA28C22CD198}" type="sibTrans" cxnId="{AE699D49-7259-4C63-AB3A-0C4122F05232}">
      <dgm:prSet/>
      <dgm:spPr/>
      <dgm:t>
        <a:bodyPr/>
        <a:lstStyle/>
        <a:p>
          <a:endParaRPr lang="en-US">
            <a:latin typeface="Times New Roman" panose="02020603050405020304" pitchFamily="18" charset="0"/>
            <a:cs typeface="Times New Roman" panose="02020603050405020304" pitchFamily="18" charset="0"/>
          </a:endParaRPr>
        </a:p>
      </dgm:t>
    </dgm:pt>
    <dgm:pt modelId="{03DB91F1-94AF-4FEE-B93D-45327C0CFB60}">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Charge</a:t>
          </a:r>
        </a:p>
      </dgm:t>
    </dgm:pt>
    <dgm:pt modelId="{6270828C-9217-4DE0-B96A-FAEED6BBD952}" type="parTrans" cxnId="{2C8109BA-0B55-4815-A87A-C48588D0D10E}">
      <dgm:prSet/>
      <dgm:spPr/>
      <dgm:t>
        <a:bodyPr/>
        <a:lstStyle/>
        <a:p>
          <a:endParaRPr lang="en-US">
            <a:latin typeface="Times New Roman" panose="02020603050405020304" pitchFamily="18" charset="0"/>
            <a:cs typeface="Times New Roman" panose="02020603050405020304" pitchFamily="18" charset="0"/>
          </a:endParaRPr>
        </a:p>
      </dgm:t>
    </dgm:pt>
    <dgm:pt modelId="{EC2ACB08-D9DC-4FDF-9B56-CD9670E39784}" type="sibTrans" cxnId="{2C8109BA-0B55-4815-A87A-C48588D0D10E}">
      <dgm:prSet/>
      <dgm:spPr/>
      <dgm:t>
        <a:bodyPr/>
        <a:lstStyle/>
        <a:p>
          <a:endParaRPr lang="en-US">
            <a:latin typeface="Times New Roman" panose="02020603050405020304" pitchFamily="18" charset="0"/>
            <a:cs typeface="Times New Roman" panose="02020603050405020304" pitchFamily="18" charset="0"/>
          </a:endParaRPr>
        </a:p>
      </dgm:t>
    </dgm:pt>
    <dgm:pt modelId="{300B940C-0351-4EF0-AFDE-778B7BC3710A}">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Current</a:t>
          </a:r>
        </a:p>
      </dgm:t>
    </dgm:pt>
    <dgm:pt modelId="{62DA3BB2-0286-46DF-AF3C-BB69C25D7673}" type="parTrans" cxnId="{D686E706-1FD3-4D57-BB68-4A6B5BFAC6B4}">
      <dgm:prSet/>
      <dgm:spPr/>
      <dgm:t>
        <a:bodyPr/>
        <a:lstStyle/>
        <a:p>
          <a:endParaRPr lang="en-US">
            <a:latin typeface="Times New Roman" panose="02020603050405020304" pitchFamily="18" charset="0"/>
            <a:cs typeface="Times New Roman" panose="02020603050405020304" pitchFamily="18" charset="0"/>
          </a:endParaRPr>
        </a:p>
      </dgm:t>
    </dgm:pt>
    <dgm:pt modelId="{7E06709D-C67C-4833-A1CD-2D016069D05B}" type="sibTrans" cxnId="{D686E706-1FD3-4D57-BB68-4A6B5BFAC6B4}">
      <dgm:prSet/>
      <dgm:spPr/>
      <dgm:t>
        <a:bodyPr/>
        <a:lstStyle/>
        <a:p>
          <a:endParaRPr lang="en-US">
            <a:latin typeface="Times New Roman" panose="02020603050405020304" pitchFamily="18" charset="0"/>
            <a:cs typeface="Times New Roman" panose="02020603050405020304" pitchFamily="18" charset="0"/>
          </a:endParaRPr>
        </a:p>
      </dgm:t>
    </dgm:pt>
    <dgm:pt modelId="{12BE8B51-7450-4F25-9954-306C4753302E}">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Potential</a:t>
          </a:r>
        </a:p>
      </dgm:t>
    </dgm:pt>
    <dgm:pt modelId="{D42F415D-85F5-452B-BEB8-4C26ABC5C49C}" type="parTrans" cxnId="{D891DD80-1874-493B-A8AF-FBD510072F00}">
      <dgm:prSet/>
      <dgm:spPr/>
      <dgm:t>
        <a:bodyPr/>
        <a:lstStyle/>
        <a:p>
          <a:endParaRPr lang="en-US">
            <a:latin typeface="Times New Roman" panose="02020603050405020304" pitchFamily="18" charset="0"/>
            <a:cs typeface="Times New Roman" panose="02020603050405020304" pitchFamily="18" charset="0"/>
          </a:endParaRPr>
        </a:p>
      </dgm:t>
    </dgm:pt>
    <dgm:pt modelId="{64B616A1-9B0E-4584-BC2F-F8B8A7D92D8A}" type="sibTrans" cxnId="{D891DD80-1874-493B-A8AF-FBD510072F00}">
      <dgm:prSet/>
      <dgm:spPr/>
      <dgm:t>
        <a:bodyPr/>
        <a:lstStyle/>
        <a:p>
          <a:endParaRPr lang="en-US">
            <a:latin typeface="Times New Roman" panose="02020603050405020304" pitchFamily="18" charset="0"/>
            <a:cs typeface="Times New Roman" panose="02020603050405020304" pitchFamily="18" charset="0"/>
          </a:endParaRPr>
        </a:p>
      </dgm:t>
    </dgm:pt>
    <dgm:pt modelId="{212E9B6F-719E-42B4-B2F9-9861062201E1}">
      <dgm:prSet custT="1"/>
      <dgm:spPr>
        <a:blipFill>
          <a:blip xmlns:r="http://schemas.openxmlformats.org/officeDocument/2006/relationships" r:embed="rId1"/>
          <a:stretch>
            <a:fillRect l="-2000"/>
          </a:stretch>
        </a:blipFill>
      </dgm:spPr>
      <dgm:t>
        <a:bodyPr/>
        <a:lstStyle/>
        <a:p>
          <a:r>
            <a:rPr lang="en-IN">
              <a:noFill/>
            </a:rPr>
            <a:t> </a:t>
          </a:r>
        </a:p>
      </dgm:t>
    </dgm:pt>
    <dgm:pt modelId="{ECDE56CD-E415-43CB-9691-F1A76A1B71E1}" type="parTrans" cxnId="{C691CDBD-D791-4657-BBF8-C50BF9033E74}">
      <dgm:prSet/>
      <dgm:spPr/>
      <dgm:t>
        <a:bodyPr/>
        <a:lstStyle/>
        <a:p>
          <a:endParaRPr lang="en-US">
            <a:latin typeface="Times New Roman" panose="02020603050405020304" pitchFamily="18" charset="0"/>
            <a:cs typeface="Times New Roman" panose="02020603050405020304" pitchFamily="18" charset="0"/>
          </a:endParaRPr>
        </a:p>
      </dgm:t>
    </dgm:pt>
    <dgm:pt modelId="{81B4B9B5-89C7-454D-8881-BB37B33D1DDA}" type="sibTrans" cxnId="{C691CDBD-D791-4657-BBF8-C50BF9033E74}">
      <dgm:prSet/>
      <dgm:spPr/>
      <dgm:t>
        <a:bodyPr/>
        <a:lstStyle/>
        <a:p>
          <a:endParaRPr lang="en-US">
            <a:latin typeface="Times New Roman" panose="02020603050405020304" pitchFamily="18" charset="0"/>
            <a:cs typeface="Times New Roman" panose="02020603050405020304" pitchFamily="18" charset="0"/>
          </a:endParaRPr>
        </a:p>
      </dgm:t>
    </dgm:pt>
    <dgm:pt modelId="{A743983E-5159-403B-96A2-F73FBDA8834C}">
      <dgm:prSet custT="1"/>
      <dgm:spPr/>
      <dgm:t>
        <a:bodyPr/>
        <a:lstStyle/>
        <a:p>
          <a:r>
            <a:rPr lang="en-IN">
              <a:noFill/>
            </a:rPr>
            <a:t> </a:t>
          </a:r>
        </a:p>
      </dgm:t>
    </dgm:pt>
    <dgm:pt modelId="{93C664E7-2A8F-47B0-8E08-B878C5872A9F}" type="parTrans" cxnId="{4060A901-F904-44E4-A6EE-66D820BE02A3}">
      <dgm:prSet/>
      <dgm:spPr/>
      <dgm:t>
        <a:bodyPr/>
        <a:lstStyle/>
        <a:p>
          <a:endParaRPr lang="en-US">
            <a:latin typeface="Times New Roman" panose="02020603050405020304" pitchFamily="18" charset="0"/>
            <a:cs typeface="Times New Roman" panose="02020603050405020304" pitchFamily="18" charset="0"/>
          </a:endParaRPr>
        </a:p>
      </dgm:t>
    </dgm:pt>
    <dgm:pt modelId="{D2382BEF-A22D-4651-8A6C-0B8A9351C7A4}" type="sibTrans" cxnId="{4060A901-F904-44E4-A6EE-66D820BE02A3}">
      <dgm:prSet/>
      <dgm:spPr/>
      <dgm:t>
        <a:bodyPr/>
        <a:lstStyle/>
        <a:p>
          <a:endParaRPr lang="en-US">
            <a:latin typeface="Times New Roman" panose="02020603050405020304" pitchFamily="18" charset="0"/>
            <a:cs typeface="Times New Roman" panose="02020603050405020304" pitchFamily="18" charset="0"/>
          </a:endParaRPr>
        </a:p>
      </dgm:t>
    </dgm:pt>
    <dgm:pt modelId="{8F9D9A8C-BE29-43AE-A7C8-DCA6C2AF1A1B}">
      <dgm:prSet custT="1"/>
      <dgm:spPr/>
      <dgm:t>
        <a:bodyPr/>
        <a:lstStyle/>
        <a:p>
          <a:r>
            <a:rPr lang="en-IN">
              <a:noFill/>
            </a:rPr>
            <a:t> </a:t>
          </a:r>
        </a:p>
      </dgm:t>
    </dgm:pt>
    <dgm:pt modelId="{453CF98B-9011-4AA7-94BC-C5C844306AFE}" type="parTrans" cxnId="{EA1F699F-F333-4DC4-B748-7468E65FE7E3}">
      <dgm:prSet/>
      <dgm:spPr/>
      <dgm:t>
        <a:bodyPr/>
        <a:lstStyle/>
        <a:p>
          <a:endParaRPr lang="en-US">
            <a:latin typeface="Times New Roman" panose="02020603050405020304" pitchFamily="18" charset="0"/>
            <a:cs typeface="Times New Roman" panose="02020603050405020304" pitchFamily="18" charset="0"/>
          </a:endParaRPr>
        </a:p>
      </dgm:t>
    </dgm:pt>
    <dgm:pt modelId="{FB8100E8-D721-4A18-BD03-1AF0834E059A}" type="sibTrans" cxnId="{EA1F699F-F333-4DC4-B748-7468E65FE7E3}">
      <dgm:prSet/>
      <dgm:spPr/>
      <dgm:t>
        <a:bodyPr/>
        <a:lstStyle/>
        <a:p>
          <a:endParaRPr lang="en-US">
            <a:latin typeface="Times New Roman" panose="02020603050405020304" pitchFamily="18" charset="0"/>
            <a:cs typeface="Times New Roman" panose="02020603050405020304" pitchFamily="18" charset="0"/>
          </a:endParaRPr>
        </a:p>
      </dgm:t>
    </dgm:pt>
    <dgm:pt modelId="{A069A751-F15A-45BD-A64A-8B9A45845201}">
      <dgm:prSet custT="1"/>
      <dgm:spPr/>
      <dgm:t>
        <a:bodyPr/>
        <a:lstStyle/>
        <a:p>
          <a:r>
            <a:rPr lang="en-US" sz="1800" b="1" dirty="0">
              <a:latin typeface="Times New Roman" panose="02020603050405020304" pitchFamily="18" charset="0"/>
              <a:cs typeface="Times New Roman" panose="02020603050405020304" pitchFamily="18" charset="0"/>
            </a:rPr>
            <a:t>Rate of Doing Work</a:t>
          </a:r>
        </a:p>
      </dgm:t>
    </dgm:pt>
    <dgm:pt modelId="{1BF6F626-8DF8-4FC3-8881-66AEDFF7FD48}" type="parTrans" cxnId="{6A990BF6-0BAC-4665-AE46-337D792B1252}">
      <dgm:prSet/>
      <dgm:spPr/>
      <dgm:t>
        <a:bodyPr/>
        <a:lstStyle/>
        <a:p>
          <a:endParaRPr lang="en-US">
            <a:latin typeface="Times New Roman" panose="02020603050405020304" pitchFamily="18" charset="0"/>
            <a:cs typeface="Times New Roman" panose="02020603050405020304" pitchFamily="18" charset="0"/>
          </a:endParaRPr>
        </a:p>
      </dgm:t>
    </dgm:pt>
    <dgm:pt modelId="{900210FF-A30F-4334-ADD2-6F32B9BC3EBF}" type="sibTrans" cxnId="{6A990BF6-0BAC-4665-AE46-337D792B1252}">
      <dgm:prSet/>
      <dgm:spPr/>
      <dgm:t>
        <a:bodyPr/>
        <a:lstStyle/>
        <a:p>
          <a:endParaRPr lang="en-US">
            <a:latin typeface="Times New Roman" panose="02020603050405020304" pitchFamily="18" charset="0"/>
            <a:cs typeface="Times New Roman" panose="02020603050405020304" pitchFamily="18" charset="0"/>
          </a:endParaRPr>
        </a:p>
      </dgm:t>
    </dgm:pt>
    <dgm:pt modelId="{A21047D1-4000-4739-BAEB-B66D38678C89}">
      <dgm:prSet phldrT="[Text]"/>
      <dgm:spPr/>
      <dgm:t>
        <a:bodyPr/>
        <a:lstStyle/>
        <a:p>
          <a:r>
            <a:rPr lang="en-US" b="1" dirty="0">
              <a:solidFill>
                <a:schemeClr val="tx1"/>
              </a:solidFill>
              <a:latin typeface="Times New Roman" panose="02020603050405020304" pitchFamily="18" charset="0"/>
              <a:cs typeface="Times New Roman" panose="02020603050405020304" pitchFamily="18" charset="0"/>
            </a:rPr>
            <a:t>Power</a:t>
          </a:r>
        </a:p>
      </dgm:t>
    </dgm:pt>
    <dgm:pt modelId="{2B3CC89A-6191-41B8-9997-8AE5A84E77E9}" type="parTrans" cxnId="{633957E2-9F6A-4348-A6AF-5D2660037CA7}">
      <dgm:prSet/>
      <dgm:spPr/>
      <dgm:t>
        <a:bodyPr/>
        <a:lstStyle/>
        <a:p>
          <a:endParaRPr lang="en-US">
            <a:latin typeface="Times New Roman" panose="02020603050405020304" pitchFamily="18" charset="0"/>
            <a:cs typeface="Times New Roman" panose="02020603050405020304" pitchFamily="18" charset="0"/>
          </a:endParaRPr>
        </a:p>
      </dgm:t>
    </dgm:pt>
    <dgm:pt modelId="{B3980DD8-C6C8-4259-8C82-1B268B10C730}" type="sibTrans" cxnId="{633957E2-9F6A-4348-A6AF-5D2660037CA7}">
      <dgm:prSet/>
      <dgm:spPr/>
      <dgm:t>
        <a:bodyPr/>
        <a:lstStyle/>
        <a:p>
          <a:endParaRPr lang="en-US">
            <a:latin typeface="Times New Roman" panose="02020603050405020304" pitchFamily="18" charset="0"/>
            <a:cs typeface="Times New Roman" panose="02020603050405020304" pitchFamily="18" charset="0"/>
          </a:endParaRPr>
        </a:p>
      </dgm:t>
    </dgm:pt>
    <dgm:pt modelId="{77567B3D-D691-499A-8544-4C1C78492472}">
      <dgm:prSet custT="1"/>
      <dgm:spPr/>
      <dgm:t>
        <a:bodyPr/>
        <a:lstStyle/>
        <a:p>
          <a:endParaRPr lang="en-US" sz="2000" b="1" dirty="0">
            <a:latin typeface="Times New Roman" panose="02020603050405020304" pitchFamily="18" charset="0"/>
            <a:cs typeface="Times New Roman" panose="02020603050405020304" pitchFamily="18" charset="0"/>
          </a:endParaRPr>
        </a:p>
      </dgm:t>
    </dgm:pt>
    <dgm:pt modelId="{83C1E664-D157-4561-8EC9-1ABD89153A50}" type="sibTrans" cxnId="{34C03A43-FE82-435B-B583-4B1859498715}">
      <dgm:prSet/>
      <dgm:spPr/>
      <dgm:t>
        <a:bodyPr/>
        <a:lstStyle/>
        <a:p>
          <a:endParaRPr lang="en-US">
            <a:latin typeface="Times New Roman" panose="02020603050405020304" pitchFamily="18" charset="0"/>
            <a:cs typeface="Times New Roman" panose="02020603050405020304" pitchFamily="18" charset="0"/>
          </a:endParaRPr>
        </a:p>
      </dgm:t>
    </dgm:pt>
    <dgm:pt modelId="{5D0BEDA5-B68B-4E94-836C-6B7328CA101E}" type="parTrans" cxnId="{34C03A43-FE82-435B-B583-4B1859498715}">
      <dgm:prSet/>
      <dgm:spPr/>
      <dgm:t>
        <a:bodyPr/>
        <a:lstStyle/>
        <a:p>
          <a:endParaRPr lang="en-US">
            <a:latin typeface="Times New Roman" panose="02020603050405020304" pitchFamily="18" charset="0"/>
            <a:cs typeface="Times New Roman" panose="02020603050405020304" pitchFamily="18" charset="0"/>
          </a:endParaRPr>
        </a:p>
      </dgm:t>
    </dgm:pt>
    <dgm:pt modelId="{B8B64D4A-F0B4-4D7C-A398-F2FD671BC78A}">
      <dgm:prSet custT="1"/>
      <dgm:spPr/>
      <dgm:t>
        <a:bodyPr/>
        <a:lstStyle/>
        <a:p>
          <a:r>
            <a:rPr lang="en-US" sz="1800" b="1" dirty="0">
              <a:latin typeface="Times New Roman" panose="02020603050405020304" pitchFamily="18" charset="0"/>
              <a:cs typeface="Times New Roman" panose="02020603050405020304" pitchFamily="18" charset="0"/>
            </a:rPr>
            <a:t>Capacity of Doing Work</a:t>
          </a:r>
        </a:p>
      </dgm:t>
    </dgm:pt>
    <dgm:pt modelId="{DB53F58F-09B8-4FBD-BE9D-E9382A46B177}" type="parTrans" cxnId="{23436E9D-51B0-49FA-B8EF-B87FCC379353}">
      <dgm:prSet/>
      <dgm:spPr/>
      <dgm:t>
        <a:bodyPr/>
        <a:lstStyle/>
        <a:p>
          <a:endParaRPr lang="en-US">
            <a:latin typeface="Times New Roman" panose="02020603050405020304" pitchFamily="18" charset="0"/>
            <a:cs typeface="Times New Roman" panose="02020603050405020304" pitchFamily="18" charset="0"/>
          </a:endParaRPr>
        </a:p>
      </dgm:t>
    </dgm:pt>
    <dgm:pt modelId="{34EF8ADD-5A46-4F14-951E-A529C4B780DF}" type="sibTrans" cxnId="{23436E9D-51B0-49FA-B8EF-B87FCC379353}">
      <dgm:prSet/>
      <dgm:spPr/>
      <dgm:t>
        <a:bodyPr/>
        <a:lstStyle/>
        <a:p>
          <a:endParaRPr lang="en-US">
            <a:latin typeface="Times New Roman" panose="02020603050405020304" pitchFamily="18" charset="0"/>
            <a:cs typeface="Times New Roman" panose="02020603050405020304" pitchFamily="18" charset="0"/>
          </a:endParaRPr>
        </a:p>
      </dgm:t>
    </dgm:pt>
    <dgm:pt modelId="{AE0A89F7-3CA2-4558-965F-5E7193F536B1}">
      <dgm:prSet custT="1"/>
      <dgm:spPr/>
      <dgm:t>
        <a:bodyPr/>
        <a:lstStyle/>
        <a:p>
          <a:endParaRPr lang="en-US" sz="2000" b="1" dirty="0">
            <a:latin typeface="Times New Roman" panose="02020603050405020304" pitchFamily="18" charset="0"/>
            <a:cs typeface="Times New Roman" panose="02020603050405020304" pitchFamily="18" charset="0"/>
          </a:endParaRPr>
        </a:p>
      </dgm:t>
    </dgm:pt>
    <dgm:pt modelId="{D2755A97-2A3A-4799-A6FD-C8FBB0FE579D}" type="parTrans" cxnId="{53D48D6C-04DC-4FAE-8026-F70EE2CF68AB}">
      <dgm:prSet/>
      <dgm:spPr/>
      <dgm:t>
        <a:bodyPr/>
        <a:lstStyle/>
        <a:p>
          <a:endParaRPr lang="en-US">
            <a:latin typeface="Times New Roman" panose="02020603050405020304" pitchFamily="18" charset="0"/>
            <a:cs typeface="Times New Roman" panose="02020603050405020304" pitchFamily="18" charset="0"/>
          </a:endParaRPr>
        </a:p>
      </dgm:t>
    </dgm:pt>
    <dgm:pt modelId="{3324C0E1-A574-4BDB-9BBA-1573480A2439}" type="sibTrans" cxnId="{53D48D6C-04DC-4FAE-8026-F70EE2CF68AB}">
      <dgm:prSet/>
      <dgm:spPr/>
      <dgm:t>
        <a:bodyPr/>
        <a:lstStyle/>
        <a:p>
          <a:endParaRPr lang="en-US">
            <a:latin typeface="Times New Roman" panose="02020603050405020304" pitchFamily="18" charset="0"/>
            <a:cs typeface="Times New Roman" panose="02020603050405020304" pitchFamily="18" charset="0"/>
          </a:endParaRPr>
        </a:p>
      </dgm:t>
    </dgm:pt>
    <dgm:pt modelId="{290DCC17-7BF8-4149-82BC-C50F559448D2}">
      <dgm:prSet custT="1"/>
      <dgm:spPr>
        <a:blipFill>
          <a:blip xmlns:r="http://schemas.openxmlformats.org/officeDocument/2006/relationships" r:embed="rId2"/>
          <a:stretch>
            <a:fillRect l="-1667"/>
          </a:stretch>
        </a:blipFill>
      </dgm:spPr>
      <dgm:t>
        <a:bodyPr/>
        <a:lstStyle/>
        <a:p>
          <a:r>
            <a:rPr lang="en-IN">
              <a:noFill/>
            </a:rPr>
            <a:t> </a:t>
          </a:r>
        </a:p>
      </dgm:t>
    </dgm:pt>
    <dgm:pt modelId="{CF39C6DF-BA9D-4444-84E7-437091D2B2F1}" type="parTrans" cxnId="{15792656-4EB7-4C06-90B1-581E9C3AD722}">
      <dgm:prSet/>
      <dgm:spPr/>
      <dgm:t>
        <a:bodyPr/>
        <a:lstStyle/>
        <a:p>
          <a:endParaRPr lang="en-US">
            <a:latin typeface="Times New Roman" panose="02020603050405020304" pitchFamily="18" charset="0"/>
            <a:cs typeface="Times New Roman" panose="02020603050405020304" pitchFamily="18" charset="0"/>
          </a:endParaRPr>
        </a:p>
      </dgm:t>
    </dgm:pt>
    <dgm:pt modelId="{316A7E63-DF1A-4811-A25F-BC3F66E7918D}" type="sibTrans" cxnId="{15792656-4EB7-4C06-90B1-581E9C3AD722}">
      <dgm:prSet/>
      <dgm:spPr/>
      <dgm:t>
        <a:bodyPr/>
        <a:lstStyle/>
        <a:p>
          <a:endParaRPr lang="en-US">
            <a:latin typeface="Times New Roman" panose="02020603050405020304" pitchFamily="18" charset="0"/>
            <a:cs typeface="Times New Roman" panose="02020603050405020304" pitchFamily="18" charset="0"/>
          </a:endParaRPr>
        </a:p>
      </dgm:t>
    </dgm:pt>
    <dgm:pt modelId="{5F4E2EBD-B15B-42ED-96FE-DFABF05630A5}">
      <dgm:prSet custT="1"/>
      <dgm:spPr/>
      <dgm:t>
        <a:bodyPr/>
        <a:lstStyle/>
        <a:p>
          <a:r>
            <a:rPr lang="en-IN">
              <a:noFill/>
            </a:rPr>
            <a:t> </a:t>
          </a:r>
        </a:p>
      </dgm:t>
    </dgm:pt>
    <dgm:pt modelId="{D9526C3D-1BE7-4542-BE09-CA16F4A9F323}" type="parTrans" cxnId="{51458023-C659-4636-822A-D14748BD4026}">
      <dgm:prSet/>
      <dgm:spPr/>
      <dgm:t>
        <a:bodyPr/>
        <a:lstStyle/>
        <a:p>
          <a:endParaRPr lang="en-US">
            <a:latin typeface="Times New Roman" panose="02020603050405020304" pitchFamily="18" charset="0"/>
            <a:cs typeface="Times New Roman" panose="02020603050405020304" pitchFamily="18" charset="0"/>
          </a:endParaRPr>
        </a:p>
      </dgm:t>
    </dgm:pt>
    <dgm:pt modelId="{58C2C23D-37A3-4011-B7C5-3ECDAFB9F894}" type="sibTrans" cxnId="{51458023-C659-4636-822A-D14748BD4026}">
      <dgm:prSet/>
      <dgm:spPr/>
      <dgm:t>
        <a:bodyPr/>
        <a:lstStyle/>
        <a:p>
          <a:endParaRPr lang="en-US">
            <a:latin typeface="Times New Roman" panose="02020603050405020304" pitchFamily="18" charset="0"/>
            <a:cs typeface="Times New Roman" panose="02020603050405020304" pitchFamily="18" charset="0"/>
          </a:endParaRPr>
        </a:p>
      </dgm:t>
    </dgm:pt>
    <dgm:pt modelId="{5136EEBC-E992-4895-B8B5-4F7EF03BAEB5}">
      <dgm:prSet custT="1"/>
      <dgm:spPr>
        <a:blipFill>
          <a:blip xmlns:r="http://schemas.openxmlformats.org/officeDocument/2006/relationships" r:embed="rId3"/>
          <a:stretch>
            <a:fillRect l="-2000"/>
          </a:stretch>
        </a:blipFill>
      </dgm:spPr>
      <dgm:t>
        <a:bodyPr/>
        <a:lstStyle/>
        <a:p>
          <a:r>
            <a:rPr lang="en-IN">
              <a:noFill/>
            </a:rPr>
            <a:t> </a:t>
          </a:r>
        </a:p>
      </dgm:t>
    </dgm:pt>
    <dgm:pt modelId="{B20DD3DA-C890-47E4-8872-AA64602AFC82}" type="parTrans" cxnId="{D18C63D6-178A-4F64-A7EF-396C3B51A44B}">
      <dgm:prSet/>
      <dgm:spPr/>
      <dgm:t>
        <a:bodyPr/>
        <a:lstStyle/>
        <a:p>
          <a:endParaRPr lang="en-US">
            <a:latin typeface="Times New Roman" panose="02020603050405020304" pitchFamily="18" charset="0"/>
            <a:cs typeface="Times New Roman" panose="02020603050405020304" pitchFamily="18" charset="0"/>
          </a:endParaRPr>
        </a:p>
      </dgm:t>
    </dgm:pt>
    <dgm:pt modelId="{FEBD4676-1135-4EA1-ABF1-9B07385233EF}" type="sibTrans" cxnId="{D18C63D6-178A-4F64-A7EF-396C3B51A44B}">
      <dgm:prSet/>
      <dgm:spPr/>
      <dgm:t>
        <a:bodyPr/>
        <a:lstStyle/>
        <a:p>
          <a:endParaRPr lang="en-US">
            <a:latin typeface="Times New Roman" panose="02020603050405020304" pitchFamily="18" charset="0"/>
            <a:cs typeface="Times New Roman" panose="02020603050405020304" pitchFamily="18" charset="0"/>
          </a:endParaRPr>
        </a:p>
      </dgm:t>
    </dgm:pt>
    <dgm:pt modelId="{0CA07B06-02C2-4689-971E-84EAACD16BD2}">
      <dgm:prSet custT="1"/>
      <dgm:spPr/>
      <dgm:t>
        <a:bodyPr/>
        <a:lstStyle/>
        <a:p>
          <a:r>
            <a:rPr lang="en-IN">
              <a:noFill/>
            </a:rPr>
            <a:t> </a:t>
          </a:r>
        </a:p>
      </dgm:t>
    </dgm:pt>
    <dgm:pt modelId="{1FD6C001-B938-4CED-8D15-017DDF499667}" type="parTrans" cxnId="{24AAFA4A-1064-4221-8CC4-D99CD33B4D12}">
      <dgm:prSet/>
      <dgm:spPr/>
      <dgm:t>
        <a:bodyPr/>
        <a:lstStyle/>
        <a:p>
          <a:endParaRPr lang="en-US">
            <a:latin typeface="Times New Roman" panose="02020603050405020304" pitchFamily="18" charset="0"/>
            <a:cs typeface="Times New Roman" panose="02020603050405020304" pitchFamily="18" charset="0"/>
          </a:endParaRPr>
        </a:p>
      </dgm:t>
    </dgm:pt>
    <dgm:pt modelId="{CF928F08-425B-4406-B7C4-3D656A3043D6}" type="sibTrans" cxnId="{24AAFA4A-1064-4221-8CC4-D99CD33B4D12}">
      <dgm:prSet/>
      <dgm:spPr/>
      <dgm:t>
        <a:bodyPr/>
        <a:lstStyle/>
        <a:p>
          <a:endParaRPr lang="en-US">
            <a:latin typeface="Times New Roman" panose="02020603050405020304" pitchFamily="18" charset="0"/>
            <a:cs typeface="Times New Roman" panose="02020603050405020304" pitchFamily="18" charset="0"/>
          </a:endParaRPr>
        </a:p>
      </dgm:t>
    </dgm:pt>
    <dgm:pt modelId="{454A1510-31C1-4AE0-9603-DF5DB64C36FC}">
      <dgm:prSet custT="1"/>
      <dgm:spPr/>
      <dgm:t>
        <a:bodyPr/>
        <a:lstStyle/>
        <a:p>
          <a:r>
            <a:rPr lang="en-IN">
              <a:noFill/>
            </a:rPr>
            <a:t> </a:t>
          </a:r>
        </a:p>
      </dgm:t>
    </dgm:pt>
    <dgm:pt modelId="{7A5C74A5-B64B-4D39-9F19-2CA92B791383}" type="parTrans" cxnId="{1E45FF1C-93B9-480E-A13C-3AECFC929815}">
      <dgm:prSet/>
      <dgm:spPr/>
      <dgm:t>
        <a:bodyPr/>
        <a:lstStyle/>
        <a:p>
          <a:endParaRPr lang="en-US">
            <a:latin typeface="Times New Roman" panose="02020603050405020304" pitchFamily="18" charset="0"/>
            <a:cs typeface="Times New Roman" panose="02020603050405020304" pitchFamily="18" charset="0"/>
          </a:endParaRPr>
        </a:p>
      </dgm:t>
    </dgm:pt>
    <dgm:pt modelId="{A2E3A2C6-FA1E-4E11-A666-8EB8EF4D6766}" type="sibTrans" cxnId="{1E45FF1C-93B9-480E-A13C-3AECFC929815}">
      <dgm:prSet/>
      <dgm:spPr/>
      <dgm:t>
        <a:bodyPr/>
        <a:lstStyle/>
        <a:p>
          <a:endParaRPr lang="en-US">
            <a:latin typeface="Times New Roman" panose="02020603050405020304" pitchFamily="18" charset="0"/>
            <a:cs typeface="Times New Roman" panose="02020603050405020304" pitchFamily="18" charset="0"/>
          </a:endParaRPr>
        </a:p>
      </dgm:t>
    </dgm:pt>
    <dgm:pt modelId="{409E1F19-6568-44CF-81B3-7A3F3EE8F79F}">
      <dgm:prSet custT="1"/>
      <dgm:spPr/>
      <dgm:t>
        <a:bodyPr/>
        <a:lstStyle/>
        <a:p>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Work Done Per Unit Charge to Move a Charge Between Two Points</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dgm:t>
    </dgm:pt>
    <dgm:pt modelId="{84668089-E971-4EBA-87CB-A8310EAEDFB9}" type="parTrans" cxnId="{FA45017B-0A2F-4C05-B8A4-1D1E4EFDD57E}">
      <dgm:prSet/>
      <dgm:spPr/>
      <dgm:t>
        <a:bodyPr/>
        <a:lstStyle/>
        <a:p>
          <a:endParaRPr lang="en-US">
            <a:latin typeface="Times New Roman" panose="02020603050405020304" pitchFamily="18" charset="0"/>
            <a:cs typeface="Times New Roman" panose="02020603050405020304" pitchFamily="18" charset="0"/>
          </a:endParaRPr>
        </a:p>
      </dgm:t>
    </dgm:pt>
    <dgm:pt modelId="{2675018E-9A83-4696-8B01-C6727390B829}" type="sibTrans" cxnId="{FA45017B-0A2F-4C05-B8A4-1D1E4EFDD57E}">
      <dgm:prSet/>
      <dgm:spPr/>
      <dgm:t>
        <a:bodyPr/>
        <a:lstStyle/>
        <a:p>
          <a:endParaRPr lang="en-US">
            <a:latin typeface="Times New Roman" panose="02020603050405020304" pitchFamily="18" charset="0"/>
            <a:cs typeface="Times New Roman" panose="02020603050405020304" pitchFamily="18" charset="0"/>
          </a:endParaRPr>
        </a:p>
      </dgm:t>
    </dgm:pt>
    <dgm:pt modelId="{B529F7FB-FA0F-4904-BC6A-4B9A6823E49B}">
      <dgm:prSet custT="1"/>
      <dgm:spPr/>
      <dgm:t>
        <a:bodyPr/>
        <a:lstStyle/>
        <a:p>
          <a:r>
            <a:rPr lang="en-US" sz="1800" b="1" dirty="0">
              <a:latin typeface="Times New Roman" panose="02020603050405020304" pitchFamily="18" charset="0"/>
              <a:cs typeface="Times New Roman" panose="02020603050405020304" pitchFamily="18" charset="0"/>
            </a:rPr>
            <a:t>Unit: Joules</a:t>
          </a:r>
        </a:p>
      </dgm:t>
    </dgm:pt>
    <dgm:pt modelId="{10C485E1-F5BB-4A3D-8DCC-CE3F4B6C6C60}" type="parTrans" cxnId="{C4941EC3-C946-453D-A38A-21018084B000}">
      <dgm:prSet/>
      <dgm:spPr/>
      <dgm:t>
        <a:bodyPr/>
        <a:lstStyle/>
        <a:p>
          <a:endParaRPr lang="en-IN"/>
        </a:p>
      </dgm:t>
    </dgm:pt>
    <dgm:pt modelId="{83C013FC-3DFD-4DE9-9B27-8AA6124D65CE}" type="sibTrans" cxnId="{C4941EC3-C946-453D-A38A-21018084B000}">
      <dgm:prSet/>
      <dgm:spPr/>
      <dgm:t>
        <a:bodyPr/>
        <a:lstStyle/>
        <a:p>
          <a:endParaRPr lang="en-IN"/>
        </a:p>
      </dgm:t>
    </dgm:pt>
    <dgm:pt modelId="{91D32A73-91D8-4046-8C66-3A18C8F5F6B7}">
      <dgm:prSet custT="1"/>
      <dgm:spPr/>
      <dgm:t>
        <a:bodyPr/>
        <a:lstStyle/>
        <a:p>
          <a:r>
            <a:rPr lang="en-US" sz="1800" b="1" dirty="0">
              <a:latin typeface="Times New Roman" panose="02020603050405020304" pitchFamily="18" charset="0"/>
              <a:cs typeface="Times New Roman" panose="02020603050405020304" pitchFamily="18" charset="0"/>
            </a:rPr>
            <a:t>Unit: Joules/ Sec</a:t>
          </a:r>
        </a:p>
      </dgm:t>
    </dgm:pt>
    <dgm:pt modelId="{2D583C82-18A3-493C-97ED-F9FCAD91E41A}" type="parTrans" cxnId="{CD04227F-2BA2-4C0D-9295-0DB549C0E4FD}">
      <dgm:prSet/>
      <dgm:spPr/>
      <dgm:t>
        <a:bodyPr/>
        <a:lstStyle/>
        <a:p>
          <a:endParaRPr lang="en-IN"/>
        </a:p>
      </dgm:t>
    </dgm:pt>
    <dgm:pt modelId="{3C1DE47D-E099-448D-BDEA-129AE4743E8C}" type="sibTrans" cxnId="{CD04227F-2BA2-4C0D-9295-0DB549C0E4FD}">
      <dgm:prSet/>
      <dgm:spPr/>
      <dgm:t>
        <a:bodyPr/>
        <a:lstStyle/>
        <a:p>
          <a:endParaRPr lang="en-IN"/>
        </a:p>
      </dgm:t>
    </dgm:pt>
    <dgm:pt modelId="{71F529A1-BF65-4189-8265-A74AE2BBC2E3}">
      <dgm:prSet custT="1"/>
      <dgm:spPr/>
      <dgm:t>
        <a:bodyPr/>
        <a:lstStyle/>
        <a:p>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Always</a:t>
          </a:r>
          <a:r>
            <a:rPr lang="en-GB" sz="1800" kern="1200" dirty="0"/>
            <a:t> </a:t>
          </a:r>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Measured Relative to Another Point </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dgm:t>
    </dgm:pt>
    <dgm:pt modelId="{69B055EE-47A4-4582-9ED2-E310E9D7F60F}" type="parTrans" cxnId="{FA14909A-F893-4FC1-B7DF-11822363840C}">
      <dgm:prSet/>
      <dgm:spPr/>
      <dgm:t>
        <a:bodyPr/>
        <a:lstStyle/>
        <a:p>
          <a:endParaRPr lang="en-IN"/>
        </a:p>
      </dgm:t>
    </dgm:pt>
    <dgm:pt modelId="{A93749A6-DC3C-494E-8915-60E859E681F0}" type="sibTrans" cxnId="{FA14909A-F893-4FC1-B7DF-11822363840C}">
      <dgm:prSet/>
      <dgm:spPr/>
      <dgm:t>
        <a:bodyPr/>
        <a:lstStyle/>
        <a:p>
          <a:endParaRPr lang="en-IN"/>
        </a:p>
      </dgm:t>
    </dgm:pt>
    <dgm:pt modelId="{B9DDABF3-89B4-40F6-9066-FCFD8EDFA115}">
      <dgm:prSet custT="1"/>
      <dgm:spPr/>
      <dgm:t>
        <a:bodyPr/>
        <a:lstStyle/>
        <a:p>
          <a:r>
            <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Unit: Volt</a:t>
          </a:r>
        </a:p>
      </dgm:t>
    </dgm:pt>
    <dgm:pt modelId="{EBB48E84-D7DF-4547-BD99-6B58FB861AE8}" type="parTrans" cxnId="{B4354AAD-BCBF-48DC-AD63-F306D625FE74}">
      <dgm:prSet/>
      <dgm:spPr/>
      <dgm:t>
        <a:bodyPr/>
        <a:lstStyle/>
        <a:p>
          <a:endParaRPr lang="en-IN"/>
        </a:p>
      </dgm:t>
    </dgm:pt>
    <dgm:pt modelId="{9772E2F7-C947-4BE6-A173-64E1FB1696C0}" type="sibTrans" cxnId="{B4354AAD-BCBF-48DC-AD63-F306D625FE74}">
      <dgm:prSet/>
      <dgm:spPr/>
      <dgm:t>
        <a:bodyPr/>
        <a:lstStyle/>
        <a:p>
          <a:endParaRPr lang="en-IN"/>
        </a:p>
      </dgm:t>
    </dgm:pt>
    <dgm:pt modelId="{AC7D8C78-7452-47AD-914B-5EB41597A61D}" type="pres">
      <dgm:prSet presAssocID="{3EDF1FC1-A65D-4779-BF76-3EC7274271C8}" presName="Name0" presStyleCnt="0">
        <dgm:presLayoutVars>
          <dgm:dir/>
          <dgm:animLvl val="lvl"/>
          <dgm:resizeHandles val="exact"/>
        </dgm:presLayoutVars>
      </dgm:prSet>
      <dgm:spPr/>
    </dgm:pt>
    <dgm:pt modelId="{80FCB0FB-D593-404B-9CBB-A255A6A62E17}" type="pres">
      <dgm:prSet presAssocID="{804000A8-1D20-4C2F-AAC7-A31BA830D333}" presName="composite" presStyleCnt="0"/>
      <dgm:spPr/>
    </dgm:pt>
    <dgm:pt modelId="{6116301D-937B-422A-B355-1DF3CC0743A0}" type="pres">
      <dgm:prSet presAssocID="{804000A8-1D20-4C2F-AAC7-A31BA830D333}" presName="parTx" presStyleLbl="alignNode1" presStyleIdx="0" presStyleCnt="6">
        <dgm:presLayoutVars>
          <dgm:chMax val="0"/>
          <dgm:chPref val="0"/>
          <dgm:bulletEnabled val="1"/>
        </dgm:presLayoutVars>
      </dgm:prSet>
      <dgm:spPr/>
    </dgm:pt>
    <dgm:pt modelId="{BA09580F-7F72-4E1F-84FF-3B8A47DF6ABD}" type="pres">
      <dgm:prSet presAssocID="{804000A8-1D20-4C2F-AAC7-A31BA830D333}" presName="desTx" presStyleLbl="alignAccFollowNode1" presStyleIdx="0" presStyleCnt="6" custLinFactNeighborX="-188">
        <dgm:presLayoutVars>
          <dgm:bulletEnabled val="1"/>
        </dgm:presLayoutVars>
      </dgm:prSet>
      <dgm:spPr/>
    </dgm:pt>
    <dgm:pt modelId="{C82D5593-F38D-491B-ABEB-48B633657D8F}" type="pres">
      <dgm:prSet presAssocID="{05561EB8-B364-4C6E-A1BA-653132B18BA4}" presName="space" presStyleCnt="0"/>
      <dgm:spPr/>
    </dgm:pt>
    <dgm:pt modelId="{6CC88A26-57D3-48D7-93AB-60E52A93B2B3}" type="pres">
      <dgm:prSet presAssocID="{7028D961-8B7A-4C23-8B00-206303969A9A}" presName="composite" presStyleCnt="0"/>
      <dgm:spPr/>
    </dgm:pt>
    <dgm:pt modelId="{26657967-9B0F-4F24-AF8D-E18C2BF26F09}" type="pres">
      <dgm:prSet presAssocID="{7028D961-8B7A-4C23-8B00-206303969A9A}" presName="parTx" presStyleLbl="alignNode1" presStyleIdx="1" presStyleCnt="6">
        <dgm:presLayoutVars>
          <dgm:chMax val="0"/>
          <dgm:chPref val="0"/>
          <dgm:bulletEnabled val="1"/>
        </dgm:presLayoutVars>
      </dgm:prSet>
      <dgm:spPr/>
    </dgm:pt>
    <dgm:pt modelId="{25F72621-0F50-474D-A6B2-2D3CEF7B39D0}" type="pres">
      <dgm:prSet presAssocID="{7028D961-8B7A-4C23-8B00-206303969A9A}" presName="desTx" presStyleLbl="alignAccFollowNode1" presStyleIdx="1" presStyleCnt="6">
        <dgm:presLayoutVars>
          <dgm:bulletEnabled val="1"/>
        </dgm:presLayoutVars>
      </dgm:prSet>
      <dgm:spPr/>
    </dgm:pt>
    <dgm:pt modelId="{B72084D1-A6F0-4EB8-B9BE-F92A4CC5933C}" type="pres">
      <dgm:prSet presAssocID="{CB291339-24E8-4A49-9218-FA28C22CD198}" presName="space" presStyleCnt="0"/>
      <dgm:spPr/>
    </dgm:pt>
    <dgm:pt modelId="{400B3B36-CE3D-49C8-83F2-D4C1728ACBD2}" type="pres">
      <dgm:prSet presAssocID="{A21047D1-4000-4739-BAEB-B66D38678C89}" presName="composite" presStyleCnt="0"/>
      <dgm:spPr/>
    </dgm:pt>
    <dgm:pt modelId="{18C3BE7A-2549-4333-972F-E572BE657023}" type="pres">
      <dgm:prSet presAssocID="{A21047D1-4000-4739-BAEB-B66D38678C89}" presName="parTx" presStyleLbl="alignNode1" presStyleIdx="2" presStyleCnt="6">
        <dgm:presLayoutVars>
          <dgm:chMax val="0"/>
          <dgm:chPref val="0"/>
          <dgm:bulletEnabled val="1"/>
        </dgm:presLayoutVars>
      </dgm:prSet>
      <dgm:spPr/>
    </dgm:pt>
    <dgm:pt modelId="{0ADCDEEB-2636-40F2-9531-0E1FD54328C6}" type="pres">
      <dgm:prSet presAssocID="{A21047D1-4000-4739-BAEB-B66D38678C89}" presName="desTx" presStyleLbl="alignAccFollowNode1" presStyleIdx="2" presStyleCnt="6">
        <dgm:presLayoutVars>
          <dgm:bulletEnabled val="1"/>
        </dgm:presLayoutVars>
      </dgm:prSet>
      <dgm:spPr/>
    </dgm:pt>
    <dgm:pt modelId="{9FFE1D57-946F-415F-8F9B-05E3D237AFA5}" type="pres">
      <dgm:prSet presAssocID="{B3980DD8-C6C8-4259-8C82-1B268B10C730}" presName="space" presStyleCnt="0"/>
      <dgm:spPr/>
    </dgm:pt>
    <dgm:pt modelId="{7B854473-11D8-4710-91E4-4A110C4ACAD8}" type="pres">
      <dgm:prSet presAssocID="{03DB91F1-94AF-4FEE-B93D-45327C0CFB60}" presName="composite" presStyleCnt="0"/>
      <dgm:spPr/>
    </dgm:pt>
    <dgm:pt modelId="{0EE71C2D-9076-4076-93DC-6275C7B1573F}" type="pres">
      <dgm:prSet presAssocID="{03DB91F1-94AF-4FEE-B93D-45327C0CFB60}" presName="parTx" presStyleLbl="alignNode1" presStyleIdx="3" presStyleCnt="6">
        <dgm:presLayoutVars>
          <dgm:chMax val="0"/>
          <dgm:chPref val="0"/>
          <dgm:bulletEnabled val="1"/>
        </dgm:presLayoutVars>
      </dgm:prSet>
      <dgm:spPr/>
    </dgm:pt>
    <dgm:pt modelId="{F885D2FA-99D1-4110-870E-878A9B08C7B4}" type="pres">
      <dgm:prSet presAssocID="{03DB91F1-94AF-4FEE-B93D-45327C0CFB60}" presName="desTx" presStyleLbl="alignAccFollowNode1" presStyleIdx="3" presStyleCnt="6">
        <dgm:presLayoutVars>
          <dgm:bulletEnabled val="1"/>
        </dgm:presLayoutVars>
      </dgm:prSet>
      <dgm:spPr/>
    </dgm:pt>
    <dgm:pt modelId="{E314C5FA-4285-4680-AB76-7FF2891359D1}" type="pres">
      <dgm:prSet presAssocID="{EC2ACB08-D9DC-4FDF-9B56-CD9670E39784}" presName="space" presStyleCnt="0"/>
      <dgm:spPr/>
    </dgm:pt>
    <dgm:pt modelId="{FF65053F-EBAF-427F-9560-6F9D47894694}" type="pres">
      <dgm:prSet presAssocID="{300B940C-0351-4EF0-AFDE-778B7BC3710A}" presName="composite" presStyleCnt="0"/>
      <dgm:spPr/>
    </dgm:pt>
    <dgm:pt modelId="{37B5EE4A-30F3-4F21-B837-5C0A4271F4FA}" type="pres">
      <dgm:prSet presAssocID="{300B940C-0351-4EF0-AFDE-778B7BC3710A}" presName="parTx" presStyleLbl="alignNode1" presStyleIdx="4" presStyleCnt="6">
        <dgm:presLayoutVars>
          <dgm:chMax val="0"/>
          <dgm:chPref val="0"/>
          <dgm:bulletEnabled val="1"/>
        </dgm:presLayoutVars>
      </dgm:prSet>
      <dgm:spPr/>
    </dgm:pt>
    <dgm:pt modelId="{E8909AFF-5EA0-40D8-9454-68EA75427D7E}" type="pres">
      <dgm:prSet presAssocID="{300B940C-0351-4EF0-AFDE-778B7BC3710A}" presName="desTx" presStyleLbl="alignAccFollowNode1" presStyleIdx="4" presStyleCnt="6">
        <dgm:presLayoutVars>
          <dgm:bulletEnabled val="1"/>
        </dgm:presLayoutVars>
      </dgm:prSet>
      <dgm:spPr/>
    </dgm:pt>
    <dgm:pt modelId="{A4C3264A-684B-4C82-B5CB-1DC17EA8D244}" type="pres">
      <dgm:prSet presAssocID="{7E06709D-C67C-4833-A1CD-2D016069D05B}" presName="space" presStyleCnt="0"/>
      <dgm:spPr/>
    </dgm:pt>
    <dgm:pt modelId="{31C59B69-3512-416C-9B4F-47E52580C37A}" type="pres">
      <dgm:prSet presAssocID="{12BE8B51-7450-4F25-9954-306C4753302E}" presName="composite" presStyleCnt="0"/>
      <dgm:spPr/>
    </dgm:pt>
    <dgm:pt modelId="{1A4FC12D-E360-4542-A1AD-E0AA346640C9}" type="pres">
      <dgm:prSet presAssocID="{12BE8B51-7450-4F25-9954-306C4753302E}" presName="parTx" presStyleLbl="alignNode1" presStyleIdx="5" presStyleCnt="6">
        <dgm:presLayoutVars>
          <dgm:chMax val="0"/>
          <dgm:chPref val="0"/>
          <dgm:bulletEnabled val="1"/>
        </dgm:presLayoutVars>
      </dgm:prSet>
      <dgm:spPr/>
    </dgm:pt>
    <dgm:pt modelId="{FAB65F64-FD02-42F8-A845-F683AB09E8B8}" type="pres">
      <dgm:prSet presAssocID="{12BE8B51-7450-4F25-9954-306C4753302E}" presName="desTx" presStyleLbl="alignAccFollowNode1" presStyleIdx="5" presStyleCnt="6">
        <dgm:presLayoutVars>
          <dgm:bulletEnabled val="1"/>
        </dgm:presLayoutVars>
      </dgm:prSet>
      <dgm:spPr/>
    </dgm:pt>
  </dgm:ptLst>
  <dgm:cxnLst>
    <dgm:cxn modelId="{4060A901-F904-44E4-A6EE-66D820BE02A3}" srcId="{804000A8-1D20-4C2F-AAC7-A31BA830D333}" destId="{A743983E-5159-403B-96A2-F73FBDA8834C}" srcOrd="2" destOrd="0" parTransId="{93C664E7-2A8F-47B0-8E08-B878C5872A9F}" sibTransId="{D2382BEF-A22D-4651-8A6C-0B8A9351C7A4}"/>
    <dgm:cxn modelId="{D686E706-1FD3-4D57-BB68-4A6B5BFAC6B4}" srcId="{3EDF1FC1-A65D-4779-BF76-3EC7274271C8}" destId="{300B940C-0351-4EF0-AFDE-778B7BC3710A}" srcOrd="4" destOrd="0" parTransId="{62DA3BB2-0286-46DF-AF3C-BB69C25D7673}" sibTransId="{7E06709D-C67C-4833-A1CD-2D016069D05B}"/>
    <dgm:cxn modelId="{F4136C0E-9925-4BC3-86B3-594CEC17F50F}" type="presOf" srcId="{A21047D1-4000-4739-BAEB-B66D38678C89}" destId="{18C3BE7A-2549-4333-972F-E572BE657023}" srcOrd="0" destOrd="0" presId="urn:microsoft.com/office/officeart/2005/8/layout/hList1"/>
    <dgm:cxn modelId="{06157B14-B6B9-45CD-AB8C-091084A13F69}" type="presOf" srcId="{454A1510-31C1-4AE0-9603-DF5DB64C36FC}" destId="{E8909AFF-5EA0-40D8-9454-68EA75427D7E}" srcOrd="0" destOrd="2" presId="urn:microsoft.com/office/officeart/2005/8/layout/hList1"/>
    <dgm:cxn modelId="{1E45FF1C-93B9-480E-A13C-3AECFC929815}" srcId="{300B940C-0351-4EF0-AFDE-778B7BC3710A}" destId="{454A1510-31C1-4AE0-9603-DF5DB64C36FC}" srcOrd="2" destOrd="0" parTransId="{7A5C74A5-B64B-4D39-9F19-2CA92B791383}" sibTransId="{A2E3A2C6-FA1E-4E11-A666-8EB8EF4D6766}"/>
    <dgm:cxn modelId="{F867031E-8021-4755-9447-D7AAE6D73179}" type="presOf" srcId="{300B940C-0351-4EF0-AFDE-778B7BC3710A}" destId="{37B5EE4A-30F3-4F21-B837-5C0A4271F4FA}" srcOrd="0" destOrd="0" presId="urn:microsoft.com/office/officeart/2005/8/layout/hList1"/>
    <dgm:cxn modelId="{51458023-C659-4636-822A-D14748BD4026}" srcId="{03DB91F1-94AF-4FEE-B93D-45327C0CFB60}" destId="{5F4E2EBD-B15B-42ED-96FE-DFABF05630A5}" srcOrd="1" destOrd="0" parTransId="{D9526C3D-1BE7-4542-BE09-CA16F4A9F323}" sibTransId="{58C2C23D-37A3-4011-B7C5-3ECDAFB9F894}"/>
    <dgm:cxn modelId="{1C5FDA34-058F-4BCE-A697-0896772A5EAF}" srcId="{3EDF1FC1-A65D-4779-BF76-3EC7274271C8}" destId="{804000A8-1D20-4C2F-AAC7-A31BA830D333}" srcOrd="0" destOrd="0" parTransId="{ADB7A59F-E9DF-478C-8C36-3E09BD3635EE}" sibTransId="{05561EB8-B364-4C6E-A1BA-653132B18BA4}"/>
    <dgm:cxn modelId="{2E155537-A45E-45E9-AA17-CC33DC3F14A4}" type="presOf" srcId="{290DCC17-7BF8-4149-82BC-C50F559448D2}" destId="{F885D2FA-99D1-4110-870E-878A9B08C7B4}" srcOrd="0" destOrd="0" presId="urn:microsoft.com/office/officeart/2005/8/layout/hList1"/>
    <dgm:cxn modelId="{34C03A43-FE82-435B-B583-4B1859498715}" srcId="{A21047D1-4000-4739-BAEB-B66D38678C89}" destId="{77567B3D-D691-499A-8544-4C1C78492472}" srcOrd="2" destOrd="0" parTransId="{5D0BEDA5-B68B-4E94-836C-6B7328CA101E}" sibTransId="{83C1E664-D157-4561-8EC9-1ABD89153A50}"/>
    <dgm:cxn modelId="{AE699D49-7259-4C63-AB3A-0C4122F05232}" srcId="{3EDF1FC1-A65D-4779-BF76-3EC7274271C8}" destId="{7028D961-8B7A-4C23-8B00-206303969A9A}" srcOrd="1" destOrd="0" parTransId="{E6C23D58-07D7-46C2-A99A-3BF90DDFBF16}" sibTransId="{CB291339-24E8-4A49-9218-FA28C22CD198}"/>
    <dgm:cxn modelId="{24AAFA4A-1064-4221-8CC4-D99CD33B4D12}" srcId="{300B940C-0351-4EF0-AFDE-778B7BC3710A}" destId="{0CA07B06-02C2-4689-971E-84EAACD16BD2}" srcOrd="1" destOrd="0" parTransId="{1FD6C001-B938-4CED-8D15-017DDF499667}" sibTransId="{CF928F08-425B-4406-B7C4-3D656A3043D6}"/>
    <dgm:cxn modelId="{53D48D6C-04DC-4FAE-8026-F70EE2CF68AB}" srcId="{7028D961-8B7A-4C23-8B00-206303969A9A}" destId="{AE0A89F7-3CA2-4558-965F-5E7193F536B1}" srcOrd="2" destOrd="0" parTransId="{D2755A97-2A3A-4799-A6FD-C8FBB0FE579D}" sibTransId="{3324C0E1-A574-4BDB-9BBA-1573480A2439}"/>
    <dgm:cxn modelId="{05B5C14D-C355-4B35-B6F9-15F3A8A841F7}" type="presOf" srcId="{3EDF1FC1-A65D-4779-BF76-3EC7274271C8}" destId="{AC7D8C78-7452-47AD-914B-5EB41597A61D}" srcOrd="0" destOrd="0" presId="urn:microsoft.com/office/officeart/2005/8/layout/hList1"/>
    <dgm:cxn modelId="{DBB4F16D-6BBA-47E9-81BF-337B938EF3B7}" type="presOf" srcId="{03DB91F1-94AF-4FEE-B93D-45327C0CFB60}" destId="{0EE71C2D-9076-4076-93DC-6275C7B1573F}" srcOrd="0" destOrd="0" presId="urn:microsoft.com/office/officeart/2005/8/layout/hList1"/>
    <dgm:cxn modelId="{D1FFDE50-8F71-4275-A4E7-7A2D40B0EE71}" type="presOf" srcId="{5136EEBC-E992-4895-B8B5-4F7EF03BAEB5}" destId="{E8909AFF-5EA0-40D8-9454-68EA75427D7E}" srcOrd="0" destOrd="0" presId="urn:microsoft.com/office/officeart/2005/8/layout/hList1"/>
    <dgm:cxn modelId="{42758255-C5F9-48AC-AD31-931F5EA097D1}" type="presOf" srcId="{A743983E-5159-403B-96A2-F73FBDA8834C}" destId="{BA09580F-7F72-4E1F-84FF-3B8A47DF6ABD}" srcOrd="0" destOrd="2" presId="urn:microsoft.com/office/officeart/2005/8/layout/hList1"/>
    <dgm:cxn modelId="{15792656-4EB7-4C06-90B1-581E9C3AD722}" srcId="{03DB91F1-94AF-4FEE-B93D-45327C0CFB60}" destId="{290DCC17-7BF8-4149-82BC-C50F559448D2}" srcOrd="0" destOrd="0" parTransId="{CF39C6DF-BA9D-4444-84E7-437091D2B2F1}" sibTransId="{316A7E63-DF1A-4811-A25F-BC3F66E7918D}"/>
    <dgm:cxn modelId="{91E29079-60D0-4868-B6FB-547484731198}" type="presOf" srcId="{91D32A73-91D8-4046-8C66-3A18C8F5F6B7}" destId="{0ADCDEEB-2636-40F2-9531-0E1FD54328C6}" srcOrd="0" destOrd="1" presId="urn:microsoft.com/office/officeart/2005/8/layout/hList1"/>
    <dgm:cxn modelId="{FA45017B-0A2F-4C05-B8A4-1D1E4EFDD57E}" srcId="{12BE8B51-7450-4F25-9954-306C4753302E}" destId="{409E1F19-6568-44CF-81B3-7A3F3EE8F79F}" srcOrd="0" destOrd="0" parTransId="{84668089-E971-4EBA-87CB-A8310EAEDFB9}" sibTransId="{2675018E-9A83-4696-8B01-C6727390B829}"/>
    <dgm:cxn modelId="{CD04227F-2BA2-4C0D-9295-0DB549C0E4FD}" srcId="{A21047D1-4000-4739-BAEB-B66D38678C89}" destId="{91D32A73-91D8-4046-8C66-3A18C8F5F6B7}" srcOrd="1" destOrd="0" parTransId="{2D583C82-18A3-493C-97ED-F9FCAD91E41A}" sibTransId="{3C1DE47D-E099-448D-BDEA-129AE4743E8C}"/>
    <dgm:cxn modelId="{D891DD80-1874-493B-A8AF-FBD510072F00}" srcId="{3EDF1FC1-A65D-4779-BF76-3EC7274271C8}" destId="{12BE8B51-7450-4F25-9954-306C4753302E}" srcOrd="5" destOrd="0" parTransId="{D42F415D-85F5-452B-BEB8-4C26ABC5C49C}" sibTransId="{64B616A1-9B0E-4584-BC2F-F8B8A7D92D8A}"/>
    <dgm:cxn modelId="{7C7CA386-152C-4210-ADC6-D731FCFDE604}" type="presOf" srcId="{12BE8B51-7450-4F25-9954-306C4753302E}" destId="{1A4FC12D-E360-4542-A1AD-E0AA346640C9}" srcOrd="0" destOrd="0" presId="urn:microsoft.com/office/officeart/2005/8/layout/hList1"/>
    <dgm:cxn modelId="{D45A6788-031F-45E2-A772-2CE2EA98590C}" type="presOf" srcId="{5F4E2EBD-B15B-42ED-96FE-DFABF05630A5}" destId="{F885D2FA-99D1-4110-870E-878A9B08C7B4}" srcOrd="0" destOrd="1" presId="urn:microsoft.com/office/officeart/2005/8/layout/hList1"/>
    <dgm:cxn modelId="{65300889-8464-461E-936D-F757BE213FB3}" type="presOf" srcId="{B9DDABF3-89B4-40F6-9066-FCFD8EDFA115}" destId="{FAB65F64-FD02-42F8-A845-F683AB09E8B8}" srcOrd="0" destOrd="2" presId="urn:microsoft.com/office/officeart/2005/8/layout/hList1"/>
    <dgm:cxn modelId="{0D897D8D-9E67-45D1-9454-7538945D47C6}" type="presOf" srcId="{B8B64D4A-F0B4-4D7C-A398-F2FD671BC78A}" destId="{25F72621-0F50-474D-A6B2-2D3CEF7B39D0}" srcOrd="0" destOrd="0" presId="urn:microsoft.com/office/officeart/2005/8/layout/hList1"/>
    <dgm:cxn modelId="{067C5C97-17A2-4F9E-A1D7-CC3028DDAB2F}" type="presOf" srcId="{409E1F19-6568-44CF-81B3-7A3F3EE8F79F}" destId="{FAB65F64-FD02-42F8-A845-F683AB09E8B8}" srcOrd="0" destOrd="0" presId="urn:microsoft.com/office/officeart/2005/8/layout/hList1"/>
    <dgm:cxn modelId="{FA14909A-F893-4FC1-B7DF-11822363840C}" srcId="{12BE8B51-7450-4F25-9954-306C4753302E}" destId="{71F529A1-BF65-4189-8265-A74AE2BBC2E3}" srcOrd="1" destOrd="0" parTransId="{69B055EE-47A4-4582-9ED2-E310E9D7F60F}" sibTransId="{A93749A6-DC3C-494E-8915-60E859E681F0}"/>
    <dgm:cxn modelId="{23436E9D-51B0-49FA-B8EF-B87FCC379353}" srcId="{7028D961-8B7A-4C23-8B00-206303969A9A}" destId="{B8B64D4A-F0B4-4D7C-A398-F2FD671BC78A}" srcOrd="0" destOrd="0" parTransId="{DB53F58F-09B8-4FBD-BE9D-E9382A46B177}" sibTransId="{34EF8ADD-5A46-4F14-951E-A529C4B780DF}"/>
    <dgm:cxn modelId="{EA1F699F-F333-4DC4-B748-7468E65FE7E3}" srcId="{804000A8-1D20-4C2F-AAC7-A31BA830D333}" destId="{8F9D9A8C-BE29-43AE-A7C8-DCA6C2AF1A1B}" srcOrd="1" destOrd="0" parTransId="{453CF98B-9011-4AA7-94BC-C5C844306AFE}" sibTransId="{FB8100E8-D721-4A18-BD03-1AF0834E059A}"/>
    <dgm:cxn modelId="{1B10A4A8-37E4-4C79-9CB6-9D0CC01935B7}" type="presOf" srcId="{8F9D9A8C-BE29-43AE-A7C8-DCA6C2AF1A1B}" destId="{BA09580F-7F72-4E1F-84FF-3B8A47DF6ABD}" srcOrd="0" destOrd="1" presId="urn:microsoft.com/office/officeart/2005/8/layout/hList1"/>
    <dgm:cxn modelId="{B4354AAD-BCBF-48DC-AD63-F306D625FE74}" srcId="{12BE8B51-7450-4F25-9954-306C4753302E}" destId="{B9DDABF3-89B4-40F6-9066-FCFD8EDFA115}" srcOrd="2" destOrd="0" parTransId="{EBB48E84-D7DF-4547-BD99-6B58FB861AE8}" sibTransId="{9772E2F7-C947-4BE6-A173-64E1FB1696C0}"/>
    <dgm:cxn modelId="{9C937DB0-BA68-4796-B95A-C0BDA56402F2}" type="presOf" srcId="{804000A8-1D20-4C2F-AAC7-A31BA830D333}" destId="{6116301D-937B-422A-B355-1DF3CC0743A0}" srcOrd="0" destOrd="0" presId="urn:microsoft.com/office/officeart/2005/8/layout/hList1"/>
    <dgm:cxn modelId="{553A87B9-3F05-4DD5-AD21-BC45710EE976}" type="presOf" srcId="{B529F7FB-FA0F-4904-BC6A-4B9A6823E49B}" destId="{25F72621-0F50-474D-A6B2-2D3CEF7B39D0}" srcOrd="0" destOrd="1" presId="urn:microsoft.com/office/officeart/2005/8/layout/hList1"/>
    <dgm:cxn modelId="{2C8109BA-0B55-4815-A87A-C48588D0D10E}" srcId="{3EDF1FC1-A65D-4779-BF76-3EC7274271C8}" destId="{03DB91F1-94AF-4FEE-B93D-45327C0CFB60}" srcOrd="3" destOrd="0" parTransId="{6270828C-9217-4DE0-B96A-FAEED6BBD952}" sibTransId="{EC2ACB08-D9DC-4FDF-9B56-CD9670E39784}"/>
    <dgm:cxn modelId="{D55476BC-D1F2-435F-841F-89A7810E6AC3}" type="presOf" srcId="{0CA07B06-02C2-4689-971E-84EAACD16BD2}" destId="{E8909AFF-5EA0-40D8-9454-68EA75427D7E}" srcOrd="0" destOrd="1" presId="urn:microsoft.com/office/officeart/2005/8/layout/hList1"/>
    <dgm:cxn modelId="{C691CDBD-D791-4657-BBF8-C50BF9033E74}" srcId="{804000A8-1D20-4C2F-AAC7-A31BA830D333}" destId="{212E9B6F-719E-42B4-B2F9-9861062201E1}" srcOrd="0" destOrd="0" parTransId="{ECDE56CD-E415-43CB-9691-F1A76A1B71E1}" sibTransId="{81B4B9B5-89C7-454D-8881-BB37B33D1DDA}"/>
    <dgm:cxn modelId="{C4941EC3-C946-453D-A38A-21018084B000}" srcId="{7028D961-8B7A-4C23-8B00-206303969A9A}" destId="{B529F7FB-FA0F-4904-BC6A-4B9A6823E49B}" srcOrd="1" destOrd="0" parTransId="{10C485E1-F5BB-4A3D-8DCC-CE3F4B6C6C60}" sibTransId="{83C013FC-3DFD-4DE9-9B27-8AA6124D65CE}"/>
    <dgm:cxn modelId="{B528FACA-8B2A-4D98-922F-C8D494F40BF2}" type="presOf" srcId="{77567B3D-D691-499A-8544-4C1C78492472}" destId="{0ADCDEEB-2636-40F2-9531-0E1FD54328C6}" srcOrd="0" destOrd="2" presId="urn:microsoft.com/office/officeart/2005/8/layout/hList1"/>
    <dgm:cxn modelId="{B098A8CF-46FC-4B5B-B3ED-3E814FA70950}" type="presOf" srcId="{212E9B6F-719E-42B4-B2F9-9861062201E1}" destId="{BA09580F-7F72-4E1F-84FF-3B8A47DF6ABD}" srcOrd="0" destOrd="0" presId="urn:microsoft.com/office/officeart/2005/8/layout/hList1"/>
    <dgm:cxn modelId="{D18C63D6-178A-4F64-A7EF-396C3B51A44B}" srcId="{300B940C-0351-4EF0-AFDE-778B7BC3710A}" destId="{5136EEBC-E992-4895-B8B5-4F7EF03BAEB5}" srcOrd="0" destOrd="0" parTransId="{B20DD3DA-C890-47E4-8872-AA64602AFC82}" sibTransId="{FEBD4676-1135-4EA1-ABF1-9B07385233EF}"/>
    <dgm:cxn modelId="{633957E2-9F6A-4348-A6AF-5D2660037CA7}" srcId="{3EDF1FC1-A65D-4779-BF76-3EC7274271C8}" destId="{A21047D1-4000-4739-BAEB-B66D38678C89}" srcOrd="2" destOrd="0" parTransId="{2B3CC89A-6191-41B8-9997-8AE5A84E77E9}" sibTransId="{B3980DD8-C6C8-4259-8C82-1B268B10C730}"/>
    <dgm:cxn modelId="{6EBA6AE7-5C86-4459-B3B5-E11BE8A571AA}" type="presOf" srcId="{AE0A89F7-3CA2-4558-965F-5E7193F536B1}" destId="{25F72621-0F50-474D-A6B2-2D3CEF7B39D0}" srcOrd="0" destOrd="2" presId="urn:microsoft.com/office/officeart/2005/8/layout/hList1"/>
    <dgm:cxn modelId="{FEDF46EE-4F04-4210-8562-2AA923FB894A}" type="presOf" srcId="{A069A751-F15A-45BD-A64A-8B9A45845201}" destId="{0ADCDEEB-2636-40F2-9531-0E1FD54328C6}" srcOrd="0" destOrd="0" presId="urn:microsoft.com/office/officeart/2005/8/layout/hList1"/>
    <dgm:cxn modelId="{56D7C2EE-49C8-40BD-B719-8764ACDBEAD2}" type="presOf" srcId="{71F529A1-BF65-4189-8265-A74AE2BBC2E3}" destId="{FAB65F64-FD02-42F8-A845-F683AB09E8B8}" srcOrd="0" destOrd="1" presId="urn:microsoft.com/office/officeart/2005/8/layout/hList1"/>
    <dgm:cxn modelId="{51BFD6F0-35E6-4555-91D3-5EE20259ECA2}" type="presOf" srcId="{7028D961-8B7A-4C23-8B00-206303969A9A}" destId="{26657967-9B0F-4F24-AF8D-E18C2BF26F09}" srcOrd="0" destOrd="0" presId="urn:microsoft.com/office/officeart/2005/8/layout/hList1"/>
    <dgm:cxn modelId="{6A990BF6-0BAC-4665-AE46-337D792B1252}" srcId="{A21047D1-4000-4739-BAEB-B66D38678C89}" destId="{A069A751-F15A-45BD-A64A-8B9A45845201}" srcOrd="0" destOrd="0" parTransId="{1BF6F626-8DF8-4FC3-8881-66AEDFF7FD48}" sibTransId="{900210FF-A30F-4334-ADD2-6F32B9BC3EBF}"/>
    <dgm:cxn modelId="{E4165939-799E-4425-B865-4F42F19F69B8}" type="presParOf" srcId="{AC7D8C78-7452-47AD-914B-5EB41597A61D}" destId="{80FCB0FB-D593-404B-9CBB-A255A6A62E17}" srcOrd="0" destOrd="0" presId="urn:microsoft.com/office/officeart/2005/8/layout/hList1"/>
    <dgm:cxn modelId="{F1C2CCFB-5C51-4191-9A06-EC42021E45BF}" type="presParOf" srcId="{80FCB0FB-D593-404B-9CBB-A255A6A62E17}" destId="{6116301D-937B-422A-B355-1DF3CC0743A0}" srcOrd="0" destOrd="0" presId="urn:microsoft.com/office/officeart/2005/8/layout/hList1"/>
    <dgm:cxn modelId="{3651879E-1BFF-4774-A3C8-D180473D6EB1}" type="presParOf" srcId="{80FCB0FB-D593-404B-9CBB-A255A6A62E17}" destId="{BA09580F-7F72-4E1F-84FF-3B8A47DF6ABD}" srcOrd="1" destOrd="0" presId="urn:microsoft.com/office/officeart/2005/8/layout/hList1"/>
    <dgm:cxn modelId="{36D50548-6F19-4A3C-BEDF-400F5E3DDD85}" type="presParOf" srcId="{AC7D8C78-7452-47AD-914B-5EB41597A61D}" destId="{C82D5593-F38D-491B-ABEB-48B633657D8F}" srcOrd="1" destOrd="0" presId="urn:microsoft.com/office/officeart/2005/8/layout/hList1"/>
    <dgm:cxn modelId="{C7162E7C-0697-47ED-B892-E5D65FBD7CA5}" type="presParOf" srcId="{AC7D8C78-7452-47AD-914B-5EB41597A61D}" destId="{6CC88A26-57D3-48D7-93AB-60E52A93B2B3}" srcOrd="2" destOrd="0" presId="urn:microsoft.com/office/officeart/2005/8/layout/hList1"/>
    <dgm:cxn modelId="{CF9225A6-D3C9-434A-9FF5-96DFB6B2B98D}" type="presParOf" srcId="{6CC88A26-57D3-48D7-93AB-60E52A93B2B3}" destId="{26657967-9B0F-4F24-AF8D-E18C2BF26F09}" srcOrd="0" destOrd="0" presId="urn:microsoft.com/office/officeart/2005/8/layout/hList1"/>
    <dgm:cxn modelId="{16DA0022-C663-441B-804A-6816B1417C0C}" type="presParOf" srcId="{6CC88A26-57D3-48D7-93AB-60E52A93B2B3}" destId="{25F72621-0F50-474D-A6B2-2D3CEF7B39D0}" srcOrd="1" destOrd="0" presId="urn:microsoft.com/office/officeart/2005/8/layout/hList1"/>
    <dgm:cxn modelId="{D69B0DFF-17FE-412D-AC22-8795E592A8E1}" type="presParOf" srcId="{AC7D8C78-7452-47AD-914B-5EB41597A61D}" destId="{B72084D1-A6F0-4EB8-B9BE-F92A4CC5933C}" srcOrd="3" destOrd="0" presId="urn:microsoft.com/office/officeart/2005/8/layout/hList1"/>
    <dgm:cxn modelId="{41D77C37-EE90-428A-B026-853C00A732E0}" type="presParOf" srcId="{AC7D8C78-7452-47AD-914B-5EB41597A61D}" destId="{400B3B36-CE3D-49C8-83F2-D4C1728ACBD2}" srcOrd="4" destOrd="0" presId="urn:microsoft.com/office/officeart/2005/8/layout/hList1"/>
    <dgm:cxn modelId="{7E39C866-4CA4-462D-AC00-660CD9944763}" type="presParOf" srcId="{400B3B36-CE3D-49C8-83F2-D4C1728ACBD2}" destId="{18C3BE7A-2549-4333-972F-E572BE657023}" srcOrd="0" destOrd="0" presId="urn:microsoft.com/office/officeart/2005/8/layout/hList1"/>
    <dgm:cxn modelId="{377034A8-5D59-464C-B96B-5F76C0959377}" type="presParOf" srcId="{400B3B36-CE3D-49C8-83F2-D4C1728ACBD2}" destId="{0ADCDEEB-2636-40F2-9531-0E1FD54328C6}" srcOrd="1" destOrd="0" presId="urn:microsoft.com/office/officeart/2005/8/layout/hList1"/>
    <dgm:cxn modelId="{8F14A440-C68F-4DF2-B354-965423BEC213}" type="presParOf" srcId="{AC7D8C78-7452-47AD-914B-5EB41597A61D}" destId="{9FFE1D57-946F-415F-8F9B-05E3D237AFA5}" srcOrd="5" destOrd="0" presId="urn:microsoft.com/office/officeart/2005/8/layout/hList1"/>
    <dgm:cxn modelId="{40817DEA-0DDA-4E36-8524-ECFD9EB72450}" type="presParOf" srcId="{AC7D8C78-7452-47AD-914B-5EB41597A61D}" destId="{7B854473-11D8-4710-91E4-4A110C4ACAD8}" srcOrd="6" destOrd="0" presId="urn:microsoft.com/office/officeart/2005/8/layout/hList1"/>
    <dgm:cxn modelId="{1577EFE8-5A5B-4F9D-887C-AE24DA59A963}" type="presParOf" srcId="{7B854473-11D8-4710-91E4-4A110C4ACAD8}" destId="{0EE71C2D-9076-4076-93DC-6275C7B1573F}" srcOrd="0" destOrd="0" presId="urn:microsoft.com/office/officeart/2005/8/layout/hList1"/>
    <dgm:cxn modelId="{5AA92013-41E9-4EB1-B163-79F1776C645C}" type="presParOf" srcId="{7B854473-11D8-4710-91E4-4A110C4ACAD8}" destId="{F885D2FA-99D1-4110-870E-878A9B08C7B4}" srcOrd="1" destOrd="0" presId="urn:microsoft.com/office/officeart/2005/8/layout/hList1"/>
    <dgm:cxn modelId="{7C9AD1F8-CF7C-4313-B5A0-76CBD27E068F}" type="presParOf" srcId="{AC7D8C78-7452-47AD-914B-5EB41597A61D}" destId="{E314C5FA-4285-4680-AB76-7FF2891359D1}" srcOrd="7" destOrd="0" presId="urn:microsoft.com/office/officeart/2005/8/layout/hList1"/>
    <dgm:cxn modelId="{F4C679CD-5A3D-4017-971F-0E188DD96562}" type="presParOf" srcId="{AC7D8C78-7452-47AD-914B-5EB41597A61D}" destId="{FF65053F-EBAF-427F-9560-6F9D47894694}" srcOrd="8" destOrd="0" presId="urn:microsoft.com/office/officeart/2005/8/layout/hList1"/>
    <dgm:cxn modelId="{560C75B3-D6C6-45D9-BEEA-07323ED769E8}" type="presParOf" srcId="{FF65053F-EBAF-427F-9560-6F9D47894694}" destId="{37B5EE4A-30F3-4F21-B837-5C0A4271F4FA}" srcOrd="0" destOrd="0" presId="urn:microsoft.com/office/officeart/2005/8/layout/hList1"/>
    <dgm:cxn modelId="{89ED9ECF-11F9-4A01-B89A-AD8F4CC96C0E}" type="presParOf" srcId="{FF65053F-EBAF-427F-9560-6F9D47894694}" destId="{E8909AFF-5EA0-40D8-9454-68EA75427D7E}" srcOrd="1" destOrd="0" presId="urn:microsoft.com/office/officeart/2005/8/layout/hList1"/>
    <dgm:cxn modelId="{2DA316EA-4C84-4C2B-8729-53739449751C}" type="presParOf" srcId="{AC7D8C78-7452-47AD-914B-5EB41597A61D}" destId="{A4C3264A-684B-4C82-B5CB-1DC17EA8D244}" srcOrd="9" destOrd="0" presId="urn:microsoft.com/office/officeart/2005/8/layout/hList1"/>
    <dgm:cxn modelId="{938E6D46-D09B-4D34-A306-B0315725568C}" type="presParOf" srcId="{AC7D8C78-7452-47AD-914B-5EB41597A61D}" destId="{31C59B69-3512-416C-9B4F-47E52580C37A}" srcOrd="10" destOrd="0" presId="urn:microsoft.com/office/officeart/2005/8/layout/hList1"/>
    <dgm:cxn modelId="{9ECB107E-4530-4E0B-9E4F-B22F2BF3A069}" type="presParOf" srcId="{31C59B69-3512-416C-9B4F-47E52580C37A}" destId="{1A4FC12D-E360-4542-A1AD-E0AA346640C9}" srcOrd="0" destOrd="0" presId="urn:microsoft.com/office/officeart/2005/8/layout/hList1"/>
    <dgm:cxn modelId="{35122DF9-339D-406B-B962-B0483C3B207A}" type="presParOf" srcId="{31C59B69-3512-416C-9B4F-47E52580C37A}" destId="{FAB65F64-FD02-42F8-A845-F683AB09E8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49A31B3-918F-4B62-895D-F924CAA4DE25}" type="doc">
      <dgm:prSet loTypeId="urn:diagrams.loki3.com/TabbedArc+Icon" loCatId="relationship" qsTypeId="urn:microsoft.com/office/officeart/2005/8/quickstyle/simple1" qsCatId="simple" csTypeId="urn:microsoft.com/office/officeart/2005/8/colors/accent0_1" csCatId="mainScheme" phldr="1"/>
      <dgm:spPr/>
    </dgm:pt>
    <dgm:pt modelId="{40E0627D-6912-483B-86C9-BD11264C15A8}">
      <dgm:prSet phldrT="[Text]" custT="1"/>
      <dgm:spPr/>
      <dgm:t>
        <a:bodyPr/>
        <a:lstStyle/>
        <a:p>
          <a:r>
            <a:rPr lang="en-US" sz="6000" dirty="0"/>
            <a:t>Charge</a:t>
          </a:r>
        </a:p>
      </dgm:t>
    </dgm:pt>
    <dgm:pt modelId="{9F079AB8-09C6-4E70-A826-7D5515E443F4}" type="parTrans" cxnId="{5D9BD135-767E-42EC-AB24-69BBC683EBF4}">
      <dgm:prSet/>
      <dgm:spPr/>
      <dgm:t>
        <a:bodyPr/>
        <a:lstStyle/>
        <a:p>
          <a:endParaRPr lang="en-US" sz="1600"/>
        </a:p>
      </dgm:t>
    </dgm:pt>
    <dgm:pt modelId="{825DC948-9FA3-4A9B-9A6B-136CAF8CEFCD}" type="sibTrans" cxnId="{5D9BD135-767E-42EC-AB24-69BBC683EBF4}">
      <dgm:prSet/>
      <dgm:spPr/>
      <dgm:t>
        <a:bodyPr/>
        <a:lstStyle/>
        <a:p>
          <a:endParaRPr lang="en-US" sz="1600"/>
        </a:p>
      </dgm:t>
    </dgm:pt>
    <dgm:pt modelId="{DD607864-0D2C-4632-876D-3F2E166ECA0C}">
      <dgm:prSet phldrT="[Text]" custT="1"/>
      <dgm:spPr/>
      <dgm:t>
        <a:bodyPr/>
        <a:lstStyle/>
        <a:p>
          <a:r>
            <a:rPr lang="en-US" sz="5400" dirty="0"/>
            <a:t>Voltage</a:t>
          </a:r>
        </a:p>
      </dgm:t>
    </dgm:pt>
    <dgm:pt modelId="{9D2F9641-1CD7-49BD-8BAD-84AB5BC3EE02}" type="parTrans" cxnId="{7E34C237-2705-45DC-9AAA-2448B917F701}">
      <dgm:prSet/>
      <dgm:spPr/>
      <dgm:t>
        <a:bodyPr/>
        <a:lstStyle/>
        <a:p>
          <a:endParaRPr lang="en-US" sz="1600"/>
        </a:p>
      </dgm:t>
    </dgm:pt>
    <dgm:pt modelId="{FB219647-11AC-45EE-B811-591A59F5BE39}" type="sibTrans" cxnId="{7E34C237-2705-45DC-9AAA-2448B917F701}">
      <dgm:prSet/>
      <dgm:spPr/>
      <dgm:t>
        <a:bodyPr/>
        <a:lstStyle/>
        <a:p>
          <a:endParaRPr lang="en-US" sz="1600"/>
        </a:p>
      </dgm:t>
    </dgm:pt>
    <dgm:pt modelId="{F177B9E9-68C8-49E8-A0A1-874D9B0959EA}">
      <dgm:prSet phldrT="[Text]" custT="1"/>
      <dgm:spPr/>
      <dgm:t>
        <a:bodyPr/>
        <a:lstStyle/>
        <a:p>
          <a:r>
            <a:rPr lang="en-US" sz="6000" dirty="0"/>
            <a:t>Energy</a:t>
          </a:r>
        </a:p>
      </dgm:t>
    </dgm:pt>
    <dgm:pt modelId="{4FB59046-18F9-43AA-BD25-390E48849FBB}" type="parTrans" cxnId="{7E3F70F0-5ACF-4CC0-9570-63693462AD8F}">
      <dgm:prSet/>
      <dgm:spPr/>
      <dgm:t>
        <a:bodyPr/>
        <a:lstStyle/>
        <a:p>
          <a:endParaRPr lang="en-US" sz="1600"/>
        </a:p>
      </dgm:t>
    </dgm:pt>
    <dgm:pt modelId="{7E57B0B5-0D93-419F-B0C4-C217A6EB5166}" type="sibTrans" cxnId="{7E3F70F0-5ACF-4CC0-9570-63693462AD8F}">
      <dgm:prSet/>
      <dgm:spPr/>
      <dgm:t>
        <a:bodyPr/>
        <a:lstStyle/>
        <a:p>
          <a:endParaRPr lang="en-US" sz="1600"/>
        </a:p>
      </dgm:t>
    </dgm:pt>
    <dgm:pt modelId="{56ADDA28-3069-47FF-B7EE-D3692293B74E}" type="pres">
      <dgm:prSet presAssocID="{C49A31B3-918F-4B62-895D-F924CAA4DE25}" presName="Name0" presStyleCnt="0">
        <dgm:presLayoutVars>
          <dgm:dir/>
          <dgm:resizeHandles val="exact"/>
        </dgm:presLayoutVars>
      </dgm:prSet>
      <dgm:spPr/>
    </dgm:pt>
    <dgm:pt modelId="{61397717-2CA8-40D9-ADA2-8514952559DF}" type="pres">
      <dgm:prSet presAssocID="{40E0627D-6912-483B-86C9-BD11264C15A8}" presName="twoplus" presStyleLbl="node1" presStyleIdx="0" presStyleCnt="3" custScaleX="84849" custScaleY="67642">
        <dgm:presLayoutVars>
          <dgm:bulletEnabled val="1"/>
        </dgm:presLayoutVars>
      </dgm:prSet>
      <dgm:spPr/>
    </dgm:pt>
    <dgm:pt modelId="{3FC0102A-1B75-453A-9980-9A375A11C9DD}" type="pres">
      <dgm:prSet presAssocID="{DD607864-0D2C-4632-876D-3F2E166ECA0C}" presName="twoplus" presStyleLbl="node1" presStyleIdx="1" presStyleCnt="3" custScaleY="67569">
        <dgm:presLayoutVars>
          <dgm:bulletEnabled val="1"/>
        </dgm:presLayoutVars>
      </dgm:prSet>
      <dgm:spPr/>
    </dgm:pt>
    <dgm:pt modelId="{36B4B808-B8F7-47FF-8D63-75C5FDCA27DE}" type="pres">
      <dgm:prSet presAssocID="{F177B9E9-68C8-49E8-A0A1-874D9B0959EA}" presName="twoplus" presStyleLbl="node1" presStyleIdx="2" presStyleCnt="3" custScaleY="70858">
        <dgm:presLayoutVars>
          <dgm:bulletEnabled val="1"/>
        </dgm:presLayoutVars>
      </dgm:prSet>
      <dgm:spPr/>
    </dgm:pt>
  </dgm:ptLst>
  <dgm:cxnLst>
    <dgm:cxn modelId="{A5BB7321-D193-43DD-A00E-2E9975A5DA48}" type="presOf" srcId="{F177B9E9-68C8-49E8-A0A1-874D9B0959EA}" destId="{36B4B808-B8F7-47FF-8D63-75C5FDCA27DE}" srcOrd="0" destOrd="0" presId="urn:diagrams.loki3.com/TabbedArc+Icon"/>
    <dgm:cxn modelId="{5D9BD135-767E-42EC-AB24-69BBC683EBF4}" srcId="{C49A31B3-918F-4B62-895D-F924CAA4DE25}" destId="{40E0627D-6912-483B-86C9-BD11264C15A8}" srcOrd="0" destOrd="0" parTransId="{9F079AB8-09C6-4E70-A826-7D5515E443F4}" sibTransId="{825DC948-9FA3-4A9B-9A6B-136CAF8CEFCD}"/>
    <dgm:cxn modelId="{7E34C237-2705-45DC-9AAA-2448B917F701}" srcId="{C49A31B3-918F-4B62-895D-F924CAA4DE25}" destId="{DD607864-0D2C-4632-876D-3F2E166ECA0C}" srcOrd="1" destOrd="0" parTransId="{9D2F9641-1CD7-49BD-8BAD-84AB5BC3EE02}" sibTransId="{FB219647-11AC-45EE-B811-591A59F5BE39}"/>
    <dgm:cxn modelId="{28143756-0C8B-42FC-8F7C-EE4F18B9A8DE}" type="presOf" srcId="{40E0627D-6912-483B-86C9-BD11264C15A8}" destId="{61397717-2CA8-40D9-ADA2-8514952559DF}" srcOrd="0" destOrd="0" presId="urn:diagrams.loki3.com/TabbedArc+Icon"/>
    <dgm:cxn modelId="{68B70490-2849-4E93-9DA4-8F9618DB0D11}" type="presOf" srcId="{DD607864-0D2C-4632-876D-3F2E166ECA0C}" destId="{3FC0102A-1B75-453A-9980-9A375A11C9DD}" srcOrd="0" destOrd="0" presId="urn:diagrams.loki3.com/TabbedArc+Icon"/>
    <dgm:cxn modelId="{DF9D6E98-311A-4F2E-8B8F-C8E6762FBA18}" type="presOf" srcId="{C49A31B3-918F-4B62-895D-F924CAA4DE25}" destId="{56ADDA28-3069-47FF-B7EE-D3692293B74E}" srcOrd="0" destOrd="0" presId="urn:diagrams.loki3.com/TabbedArc+Icon"/>
    <dgm:cxn modelId="{7E3F70F0-5ACF-4CC0-9570-63693462AD8F}" srcId="{C49A31B3-918F-4B62-895D-F924CAA4DE25}" destId="{F177B9E9-68C8-49E8-A0A1-874D9B0959EA}" srcOrd="2" destOrd="0" parTransId="{4FB59046-18F9-43AA-BD25-390E48849FBB}" sibTransId="{7E57B0B5-0D93-419F-B0C4-C217A6EB5166}"/>
    <dgm:cxn modelId="{9EF4303F-EF78-4E50-BB73-DE5D2A565DD6}" type="presParOf" srcId="{56ADDA28-3069-47FF-B7EE-D3692293B74E}" destId="{61397717-2CA8-40D9-ADA2-8514952559DF}" srcOrd="0" destOrd="0" presId="urn:diagrams.loki3.com/TabbedArc+Icon"/>
    <dgm:cxn modelId="{27EB1FBC-99F5-4378-8CA5-C93DAD92F067}" type="presParOf" srcId="{56ADDA28-3069-47FF-B7EE-D3692293B74E}" destId="{3FC0102A-1B75-453A-9980-9A375A11C9DD}" srcOrd="1" destOrd="0" presId="urn:diagrams.loki3.com/TabbedArc+Icon"/>
    <dgm:cxn modelId="{B1D2B1F7-FFAD-4F43-A3ED-A4C2B3220B04}" type="presParOf" srcId="{56ADDA28-3069-47FF-B7EE-D3692293B74E}" destId="{36B4B808-B8F7-47FF-8D63-75C5FDCA27DE}" srcOrd="2" destOrd="0" presId="urn:diagrams.loki3.com/TabbedArc+Icon"/>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8C288-16B1-4600-8FA3-ADB530C323FE}">
      <dsp:nvSpPr>
        <dsp:cNvPr id="0" name=""/>
        <dsp:cNvSpPr/>
      </dsp:nvSpPr>
      <dsp:spPr>
        <a:xfrm rot="5400000">
          <a:off x="1272624" y="915680"/>
          <a:ext cx="804166" cy="9155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DB79BC-66EF-4E3C-BDB4-969B4190E723}">
      <dsp:nvSpPr>
        <dsp:cNvPr id="0" name=""/>
        <dsp:cNvSpPr/>
      </dsp:nvSpPr>
      <dsp:spPr>
        <a:xfrm>
          <a:off x="1059569" y="24245"/>
          <a:ext cx="1353742" cy="947575"/>
        </a:xfrm>
        <a:prstGeom prst="roundRect">
          <a:avLst>
            <a:gd name="adj" fmla="val 166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Generation</a:t>
          </a:r>
        </a:p>
      </dsp:txBody>
      <dsp:txXfrm>
        <a:off x="1105834" y="70510"/>
        <a:ext cx="1261212" cy="855045"/>
      </dsp:txXfrm>
    </dsp:sp>
    <dsp:sp modelId="{D061DEDE-6DCD-440E-90FD-7BE53666A6D1}">
      <dsp:nvSpPr>
        <dsp:cNvPr id="0" name=""/>
        <dsp:cNvSpPr/>
      </dsp:nvSpPr>
      <dsp:spPr>
        <a:xfrm>
          <a:off x="2413312" y="114618"/>
          <a:ext cx="984583" cy="765872"/>
        </a:xfrm>
        <a:prstGeom prst="rect">
          <a:avLst/>
        </a:prstGeom>
        <a:noFill/>
        <a:ln>
          <a:noFill/>
        </a:ln>
        <a:effectLst/>
      </dsp:spPr>
      <dsp:style>
        <a:lnRef idx="0">
          <a:scrgbClr r="0" g="0" b="0"/>
        </a:lnRef>
        <a:fillRef idx="0">
          <a:scrgbClr r="0" g="0" b="0"/>
        </a:fillRef>
        <a:effectRef idx="0">
          <a:scrgbClr r="0" g="0" b="0"/>
        </a:effectRef>
        <a:fontRef idx="minor"/>
      </dsp:style>
    </dsp:sp>
    <dsp:sp modelId="{752514B6-5B97-4E14-A62B-E5C1F446258A}">
      <dsp:nvSpPr>
        <dsp:cNvPr id="0" name=""/>
        <dsp:cNvSpPr/>
      </dsp:nvSpPr>
      <dsp:spPr>
        <a:xfrm rot="5400000">
          <a:off x="2637442" y="1980120"/>
          <a:ext cx="804166" cy="915514"/>
        </a:xfrm>
        <a:prstGeom prst="bentUpArrow">
          <a:avLst>
            <a:gd name="adj1" fmla="val 32840"/>
            <a:gd name="adj2" fmla="val 25000"/>
            <a:gd name="adj3" fmla="val 35780"/>
          </a:avLst>
        </a:prstGeom>
        <a:solidFill>
          <a:schemeClr val="accent1">
            <a:tint val="50000"/>
            <a:hueOff val="-3393877"/>
            <a:satOff val="-9733"/>
            <a:lumOff val="54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DDBBAB-F7AC-4A58-8077-608CCB87F993}">
      <dsp:nvSpPr>
        <dsp:cNvPr id="0" name=""/>
        <dsp:cNvSpPr/>
      </dsp:nvSpPr>
      <dsp:spPr>
        <a:xfrm>
          <a:off x="2181965" y="1088686"/>
          <a:ext cx="1838585" cy="947575"/>
        </a:xfrm>
        <a:prstGeom prst="roundRect">
          <a:avLst>
            <a:gd name="adj" fmla="val 166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Transmission</a:t>
          </a:r>
        </a:p>
      </dsp:txBody>
      <dsp:txXfrm>
        <a:off x="2228230" y="1134951"/>
        <a:ext cx="1746055" cy="855045"/>
      </dsp:txXfrm>
    </dsp:sp>
    <dsp:sp modelId="{20292DD5-1CAD-429A-8D16-07548B2F9020}">
      <dsp:nvSpPr>
        <dsp:cNvPr id="0" name=""/>
        <dsp:cNvSpPr/>
      </dsp:nvSpPr>
      <dsp:spPr>
        <a:xfrm>
          <a:off x="3778130" y="1179059"/>
          <a:ext cx="984583" cy="765872"/>
        </a:xfrm>
        <a:prstGeom prst="rect">
          <a:avLst/>
        </a:prstGeom>
        <a:noFill/>
        <a:ln>
          <a:noFill/>
        </a:ln>
        <a:effectLst/>
      </dsp:spPr>
      <dsp:style>
        <a:lnRef idx="0">
          <a:scrgbClr r="0" g="0" b="0"/>
        </a:lnRef>
        <a:fillRef idx="0">
          <a:scrgbClr r="0" g="0" b="0"/>
        </a:fillRef>
        <a:effectRef idx="0">
          <a:scrgbClr r="0" g="0" b="0"/>
        </a:effectRef>
        <a:fontRef idx="minor"/>
      </dsp:style>
    </dsp:sp>
    <dsp:sp modelId="{11A27EEB-5640-44C4-B36C-2B3D3246C3E4}">
      <dsp:nvSpPr>
        <dsp:cNvPr id="0" name=""/>
        <dsp:cNvSpPr/>
      </dsp:nvSpPr>
      <dsp:spPr>
        <a:xfrm rot="5400000">
          <a:off x="3670544" y="3044561"/>
          <a:ext cx="804166" cy="915514"/>
        </a:xfrm>
        <a:prstGeom prst="bentUpArrow">
          <a:avLst>
            <a:gd name="adj1" fmla="val 32840"/>
            <a:gd name="adj2" fmla="val 25000"/>
            <a:gd name="adj3" fmla="val 35780"/>
          </a:avLst>
        </a:prstGeom>
        <a:solidFill>
          <a:schemeClr val="accent1">
            <a:tint val="50000"/>
            <a:hueOff val="-6787753"/>
            <a:satOff val="-19466"/>
            <a:lumOff val="1093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AF4A44-5B27-4B61-8508-1B2FDAAA4794}">
      <dsp:nvSpPr>
        <dsp:cNvPr id="0" name=""/>
        <dsp:cNvSpPr/>
      </dsp:nvSpPr>
      <dsp:spPr>
        <a:xfrm>
          <a:off x="3485425" y="2201907"/>
          <a:ext cx="1583824" cy="947575"/>
        </a:xfrm>
        <a:prstGeom prst="roundRect">
          <a:avLst>
            <a:gd name="adj" fmla="val 166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Distribution</a:t>
          </a:r>
        </a:p>
      </dsp:txBody>
      <dsp:txXfrm>
        <a:off x="3531690" y="2248172"/>
        <a:ext cx="1491294" cy="855045"/>
      </dsp:txXfrm>
    </dsp:sp>
    <dsp:sp modelId="{566DF09F-845A-499C-B9D6-1565A79F376B}">
      <dsp:nvSpPr>
        <dsp:cNvPr id="0" name=""/>
        <dsp:cNvSpPr/>
      </dsp:nvSpPr>
      <dsp:spPr>
        <a:xfrm>
          <a:off x="4773146" y="2243499"/>
          <a:ext cx="984583" cy="765872"/>
        </a:xfrm>
        <a:prstGeom prst="rect">
          <a:avLst/>
        </a:prstGeom>
        <a:noFill/>
        <a:ln>
          <a:noFill/>
        </a:ln>
        <a:effectLst/>
      </dsp:spPr>
      <dsp:style>
        <a:lnRef idx="0">
          <a:scrgbClr r="0" g="0" b="0"/>
        </a:lnRef>
        <a:fillRef idx="0">
          <a:scrgbClr r="0" g="0" b="0"/>
        </a:fillRef>
        <a:effectRef idx="0">
          <a:scrgbClr r="0" g="0" b="0"/>
        </a:effectRef>
        <a:fontRef idx="minor"/>
      </dsp:style>
    </dsp:sp>
    <dsp:sp modelId="{150FD4C0-DDB4-48A8-9861-2815892F6F83}">
      <dsp:nvSpPr>
        <dsp:cNvPr id="0" name=""/>
        <dsp:cNvSpPr/>
      </dsp:nvSpPr>
      <dsp:spPr>
        <a:xfrm>
          <a:off x="4531592" y="3217567"/>
          <a:ext cx="1353742" cy="947575"/>
        </a:xfrm>
        <a:prstGeom prst="roundRect">
          <a:avLst>
            <a:gd name="adj" fmla="val 166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Utilization</a:t>
          </a:r>
        </a:p>
      </dsp:txBody>
      <dsp:txXfrm>
        <a:off x="4577857" y="3263832"/>
        <a:ext cx="1261212" cy="8550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F9BA8-6514-48BF-925A-9E7275FA54DE}">
      <dsp:nvSpPr>
        <dsp:cNvPr id="0" name=""/>
        <dsp:cNvSpPr/>
      </dsp:nvSpPr>
      <dsp:spPr>
        <a:xfrm>
          <a:off x="0" y="35065"/>
          <a:ext cx="4610100" cy="1209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BC417A-ADFF-42D5-A956-B84105710FD7}">
      <dsp:nvSpPr>
        <dsp:cNvPr id="0" name=""/>
        <dsp:cNvSpPr/>
      </dsp:nvSpPr>
      <dsp:spPr>
        <a:xfrm>
          <a:off x="230505" y="201898"/>
          <a:ext cx="2453638" cy="5617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76" tIns="0" rIns="121976" bIns="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Low Amplitude V, I</a:t>
          </a:r>
        </a:p>
      </dsp:txBody>
      <dsp:txXfrm>
        <a:off x="257928" y="229321"/>
        <a:ext cx="2398792" cy="506921"/>
      </dsp:txXfrm>
    </dsp:sp>
    <dsp:sp modelId="{C8D1A759-5360-40F2-9199-693FF8565190}">
      <dsp:nvSpPr>
        <dsp:cNvPr id="0" name=""/>
        <dsp:cNvSpPr/>
      </dsp:nvSpPr>
      <dsp:spPr>
        <a:xfrm>
          <a:off x="0" y="1472061"/>
          <a:ext cx="4610100" cy="1209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7A75AC-7217-4CD9-A938-1CACBDFA422F}">
      <dsp:nvSpPr>
        <dsp:cNvPr id="0" name=""/>
        <dsp:cNvSpPr/>
      </dsp:nvSpPr>
      <dsp:spPr>
        <a:xfrm>
          <a:off x="196600" y="1465763"/>
          <a:ext cx="1959864" cy="6629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76" tIns="0" rIns="121976" bIns="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Communication</a:t>
          </a:r>
        </a:p>
      </dsp:txBody>
      <dsp:txXfrm>
        <a:off x="228965" y="1498128"/>
        <a:ext cx="1895134" cy="598265"/>
      </dsp:txXfrm>
    </dsp:sp>
    <dsp:sp modelId="{A15F9379-5A87-4E15-BAE3-BA66F3E30172}">
      <dsp:nvSpPr>
        <dsp:cNvPr id="0" name=""/>
        <dsp:cNvSpPr/>
      </dsp:nvSpPr>
      <dsp:spPr>
        <a:xfrm>
          <a:off x="0" y="2944722"/>
          <a:ext cx="4610100" cy="1209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7DBE93-D6DF-4200-BC66-E6876A15E63A}">
      <dsp:nvSpPr>
        <dsp:cNvPr id="0" name=""/>
        <dsp:cNvSpPr/>
      </dsp:nvSpPr>
      <dsp:spPr>
        <a:xfrm>
          <a:off x="230505" y="2927180"/>
          <a:ext cx="2751593" cy="72602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76" tIns="0" rIns="121976" bIns="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Devices &amp; Circuits</a:t>
          </a:r>
        </a:p>
      </dsp:txBody>
      <dsp:txXfrm>
        <a:off x="265946" y="2962621"/>
        <a:ext cx="2680711" cy="6551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8CF6A-7B71-4526-BC70-AB9FD0EA7276}">
      <dsp:nvSpPr>
        <dsp:cNvPr id="0" name=""/>
        <dsp:cNvSpPr/>
      </dsp:nvSpPr>
      <dsp:spPr>
        <a:xfrm>
          <a:off x="3181" y="741575"/>
          <a:ext cx="3102396" cy="124095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Times New Roman" panose="02020603050405020304" pitchFamily="18" charset="0"/>
              <a:cs typeface="Times New Roman" panose="02020603050405020304" pitchFamily="18" charset="0"/>
            </a:rPr>
            <a:t>DEVICE</a:t>
          </a:r>
        </a:p>
      </dsp:txBody>
      <dsp:txXfrm>
        <a:off x="3181" y="741575"/>
        <a:ext cx="3102396" cy="1240958"/>
      </dsp:txXfrm>
    </dsp:sp>
    <dsp:sp modelId="{6D30EDFA-A76E-4265-908F-9A7236DD91B8}">
      <dsp:nvSpPr>
        <dsp:cNvPr id="0" name=""/>
        <dsp:cNvSpPr/>
      </dsp:nvSpPr>
      <dsp:spPr>
        <a:xfrm>
          <a:off x="3181" y="1982533"/>
          <a:ext cx="3102396" cy="303322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Building Block of the Circuit</a:t>
          </a:r>
        </a:p>
        <a:p>
          <a:pPr marL="228600" lvl="1" indent="-228600" algn="l" defTabSz="1066800">
            <a:lnSpc>
              <a:spcPct val="90000"/>
            </a:lnSpc>
            <a:spcBef>
              <a:spcPct val="0"/>
            </a:spcBef>
            <a:spcAft>
              <a:spcPct val="15000"/>
            </a:spcAft>
            <a:buChar char="•"/>
          </a:pP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 Transistor, Resistor, Inductor, Capacitor, etc.</a:t>
          </a:r>
        </a:p>
      </dsp:txBody>
      <dsp:txXfrm>
        <a:off x="3181" y="1982533"/>
        <a:ext cx="3102396" cy="3033224"/>
      </dsp:txXfrm>
    </dsp:sp>
    <dsp:sp modelId="{090E4458-EF55-4A79-AAC8-616C0A90CC0D}">
      <dsp:nvSpPr>
        <dsp:cNvPr id="0" name=""/>
        <dsp:cNvSpPr/>
      </dsp:nvSpPr>
      <dsp:spPr>
        <a:xfrm>
          <a:off x="3539913" y="741575"/>
          <a:ext cx="3102396" cy="1240958"/>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Times New Roman" panose="02020603050405020304" pitchFamily="18" charset="0"/>
              <a:cs typeface="Times New Roman" panose="02020603050405020304" pitchFamily="18" charset="0"/>
            </a:rPr>
            <a:t>CIRCUIT</a:t>
          </a:r>
        </a:p>
      </dsp:txBody>
      <dsp:txXfrm>
        <a:off x="3539913" y="741575"/>
        <a:ext cx="3102396" cy="1240958"/>
      </dsp:txXfrm>
    </dsp:sp>
    <dsp:sp modelId="{3EC113F8-39A8-4D98-8FB6-08459BEEB25D}">
      <dsp:nvSpPr>
        <dsp:cNvPr id="0" name=""/>
        <dsp:cNvSpPr/>
      </dsp:nvSpPr>
      <dsp:spPr>
        <a:xfrm>
          <a:off x="3539913" y="1982533"/>
          <a:ext cx="3102396" cy="3033224"/>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Meaningful Interconnection of Devices to Perform a Specific Function</a:t>
          </a:r>
        </a:p>
        <a:p>
          <a:pPr marL="228600" lvl="1" indent="-228600" algn="l" defTabSz="1066800">
            <a:lnSpc>
              <a:spcPct val="90000"/>
            </a:lnSpc>
            <a:spcBef>
              <a:spcPct val="0"/>
            </a:spcBef>
            <a:spcAft>
              <a:spcPct val="15000"/>
            </a:spcAft>
            <a:buChar char="•"/>
          </a:pP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 Low-pass Filter, Power Supply Circuit, etc.</a:t>
          </a:r>
        </a:p>
      </dsp:txBody>
      <dsp:txXfrm>
        <a:off x="3539913" y="1982533"/>
        <a:ext cx="3102396" cy="3033224"/>
      </dsp:txXfrm>
    </dsp:sp>
    <dsp:sp modelId="{B7403738-C26F-4488-83EF-A5564C819307}">
      <dsp:nvSpPr>
        <dsp:cNvPr id="0" name=""/>
        <dsp:cNvSpPr/>
      </dsp:nvSpPr>
      <dsp:spPr>
        <a:xfrm>
          <a:off x="7076645" y="741575"/>
          <a:ext cx="3102396" cy="12409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Times New Roman" panose="02020603050405020304" pitchFamily="18" charset="0"/>
              <a:cs typeface="Times New Roman" panose="02020603050405020304" pitchFamily="18" charset="0"/>
            </a:rPr>
            <a:t>SYSTEM</a:t>
          </a:r>
        </a:p>
      </dsp:txBody>
      <dsp:txXfrm>
        <a:off x="7076645" y="741575"/>
        <a:ext cx="3102396" cy="1240958"/>
      </dsp:txXfrm>
    </dsp:sp>
    <dsp:sp modelId="{5A5A708E-0D0F-48F8-8FA2-7CEA0CBE7989}">
      <dsp:nvSpPr>
        <dsp:cNvPr id="0" name=""/>
        <dsp:cNvSpPr/>
      </dsp:nvSpPr>
      <dsp:spPr>
        <a:xfrm>
          <a:off x="7076645" y="1982533"/>
          <a:ext cx="3102396" cy="3033224"/>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Circuit + Device (Electrical/ Non Electrical Interface)</a:t>
          </a:r>
        </a:p>
        <a:p>
          <a:pPr marL="228600" lvl="1" indent="-228600" algn="l" defTabSz="1066800">
            <a:lnSpc>
              <a:spcPct val="90000"/>
            </a:lnSpc>
            <a:spcBef>
              <a:spcPct val="0"/>
            </a:spcBef>
            <a:spcAft>
              <a:spcPct val="15000"/>
            </a:spcAft>
            <a:buChar char="•"/>
          </a:pP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 Communication System, Robotic Arm, etc. </a:t>
          </a:r>
        </a:p>
      </dsp:txBody>
      <dsp:txXfrm>
        <a:off x="7076645" y="1982533"/>
        <a:ext cx="3102396" cy="30332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6301D-937B-422A-B355-1DF3CC0743A0}">
      <dsp:nvSpPr>
        <dsp:cNvPr id="0" name=""/>
        <dsp:cNvSpPr/>
      </dsp:nvSpPr>
      <dsp:spPr>
        <a:xfrm>
          <a:off x="3423" y="1465163"/>
          <a:ext cx="1818679" cy="72747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Force</a:t>
          </a:r>
        </a:p>
      </dsp:txBody>
      <dsp:txXfrm>
        <a:off x="3423" y="1465163"/>
        <a:ext cx="1818679" cy="727471"/>
      </dsp:txXfrm>
    </dsp:sp>
    <dsp:sp modelId="{BA09580F-7F72-4E1F-84FF-3B8A47DF6ABD}">
      <dsp:nvSpPr>
        <dsp:cNvPr id="0" name=""/>
        <dsp:cNvSpPr/>
      </dsp:nvSpPr>
      <dsp:spPr>
        <a:xfrm>
          <a:off x="3" y="2192635"/>
          <a:ext cx="1818679" cy="320019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14:m xmlns:a14="http://schemas.microsoft.com/office/drawing/2010/main">
            <m:oMath xmlns:m="http://schemas.openxmlformats.org/officeDocument/2006/math">
              <m:acc>
                <m:accPr>
                  <m:chr m:val="⃗"/>
                  <m:ctrlPr>
                    <a:rPr lang="en-US" sz="1800" b="1" i="1" kern="1200" smtClean="0">
                      <a:latin typeface="Cambria Math" panose="02040503050406030204" pitchFamily="18" charset="0"/>
                    </a:rPr>
                  </m:ctrlPr>
                </m:accPr>
                <m:e>
                  <m:r>
                    <a:rPr lang="en-US" sz="1800" b="1" i="1" kern="1200" smtClean="0">
                      <a:latin typeface="Cambria Math" panose="02040503050406030204" pitchFamily="18" charset="0"/>
                    </a:rPr>
                    <m:t>𝒇</m:t>
                  </m:r>
                </m:e>
              </m:acc>
              <m:r>
                <a:rPr lang="en-US" sz="1800" b="1" i="1" kern="1200" smtClean="0">
                  <a:latin typeface="Cambria Math" panose="02040503050406030204" pitchFamily="18" charset="0"/>
                </a:rPr>
                <m:t>=</m:t>
              </m:r>
              <m:r>
                <a:rPr lang="en-US" sz="1800" b="1" i="1" kern="1200" smtClean="0">
                  <a:latin typeface="Cambria Math" panose="02040503050406030204" pitchFamily="18" charset="0"/>
                </a:rPr>
                <m:t>𝒎</m:t>
              </m:r>
              <m:acc>
                <m:accPr>
                  <m:chr m:val="⃗"/>
                  <m:ctrlPr>
                    <a:rPr lang="en-US" sz="1800" b="1" i="1" kern="1200" smtClean="0">
                      <a:latin typeface="Cambria Math" panose="02040503050406030204" pitchFamily="18" charset="0"/>
                    </a:rPr>
                  </m:ctrlPr>
                </m:accPr>
                <m:e>
                  <m:r>
                    <a:rPr lang="en-US" sz="1800" b="1" i="1" kern="1200" smtClean="0">
                      <a:latin typeface="Cambria Math" panose="02040503050406030204" pitchFamily="18" charset="0"/>
                    </a:rPr>
                    <m:t>𝒂</m:t>
                  </m:r>
                </m:e>
              </m:acc>
            </m:oMath>
          </a14:m>
          <a:endParaRPr lang="en-US" sz="1800" b="1" kern="1200" dirty="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Unit: Newton</a:t>
          </a:r>
        </a:p>
        <a:p>
          <a:pPr marL="228600" lvl="1" indent="-228600" algn="l" defTabSz="889000">
            <a:lnSpc>
              <a:spcPct val="90000"/>
            </a:lnSpc>
            <a:spcBef>
              <a:spcPct val="0"/>
            </a:spcBef>
            <a:spcAft>
              <a:spcPct val="15000"/>
            </a:spcAft>
            <a:buChar char="•"/>
          </a:pPr>
          <a:endParaRPr lang="en-US" sz="2000" b="1" kern="1200" dirty="0">
            <a:latin typeface="Times New Roman" panose="02020603050405020304" pitchFamily="18" charset="0"/>
            <a:cs typeface="Times New Roman" panose="02020603050405020304" pitchFamily="18" charset="0"/>
          </a:endParaRPr>
        </a:p>
      </dsp:txBody>
      <dsp:txXfrm>
        <a:off x="3" y="2192635"/>
        <a:ext cx="1818679" cy="3200198"/>
      </dsp:txXfrm>
    </dsp:sp>
    <dsp:sp modelId="{26657967-9B0F-4F24-AF8D-E18C2BF26F09}">
      <dsp:nvSpPr>
        <dsp:cNvPr id="0" name=""/>
        <dsp:cNvSpPr/>
      </dsp:nvSpPr>
      <dsp:spPr>
        <a:xfrm>
          <a:off x="2076717" y="1465163"/>
          <a:ext cx="1818679" cy="72747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Energy</a:t>
          </a:r>
        </a:p>
      </dsp:txBody>
      <dsp:txXfrm>
        <a:off x="2076717" y="1465163"/>
        <a:ext cx="1818679" cy="727471"/>
      </dsp:txXfrm>
    </dsp:sp>
    <dsp:sp modelId="{25F72621-0F50-474D-A6B2-2D3CEF7B39D0}">
      <dsp:nvSpPr>
        <dsp:cNvPr id="0" name=""/>
        <dsp:cNvSpPr/>
      </dsp:nvSpPr>
      <dsp:spPr>
        <a:xfrm>
          <a:off x="2076717" y="2192635"/>
          <a:ext cx="1818679" cy="320019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Capacity of Doing Work</a:t>
          </a:r>
        </a:p>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Unit: Joules</a:t>
          </a:r>
        </a:p>
        <a:p>
          <a:pPr marL="228600" lvl="1" indent="-228600" algn="l" defTabSz="889000">
            <a:lnSpc>
              <a:spcPct val="90000"/>
            </a:lnSpc>
            <a:spcBef>
              <a:spcPct val="0"/>
            </a:spcBef>
            <a:spcAft>
              <a:spcPct val="15000"/>
            </a:spcAft>
            <a:buChar char="•"/>
          </a:pPr>
          <a:endParaRPr lang="en-US" sz="2000" b="1" kern="1200" dirty="0">
            <a:latin typeface="Times New Roman" panose="02020603050405020304" pitchFamily="18" charset="0"/>
            <a:cs typeface="Times New Roman" panose="02020603050405020304" pitchFamily="18" charset="0"/>
          </a:endParaRPr>
        </a:p>
      </dsp:txBody>
      <dsp:txXfrm>
        <a:off x="2076717" y="2192635"/>
        <a:ext cx="1818679" cy="3200198"/>
      </dsp:txXfrm>
    </dsp:sp>
    <dsp:sp modelId="{18C3BE7A-2549-4333-972F-E572BE657023}">
      <dsp:nvSpPr>
        <dsp:cNvPr id="0" name=""/>
        <dsp:cNvSpPr/>
      </dsp:nvSpPr>
      <dsp:spPr>
        <a:xfrm>
          <a:off x="4150012" y="1465163"/>
          <a:ext cx="1818679" cy="727471"/>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Power</a:t>
          </a:r>
        </a:p>
      </dsp:txBody>
      <dsp:txXfrm>
        <a:off x="4150012" y="1465163"/>
        <a:ext cx="1818679" cy="727471"/>
      </dsp:txXfrm>
    </dsp:sp>
    <dsp:sp modelId="{0ADCDEEB-2636-40F2-9531-0E1FD54328C6}">
      <dsp:nvSpPr>
        <dsp:cNvPr id="0" name=""/>
        <dsp:cNvSpPr/>
      </dsp:nvSpPr>
      <dsp:spPr>
        <a:xfrm>
          <a:off x="4150012" y="2192635"/>
          <a:ext cx="1818679" cy="320019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Rate of Doing Work</a:t>
          </a:r>
        </a:p>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Unit: Joules/ Sec</a:t>
          </a:r>
        </a:p>
        <a:p>
          <a:pPr marL="228600" lvl="1" indent="-228600" algn="l" defTabSz="889000">
            <a:lnSpc>
              <a:spcPct val="90000"/>
            </a:lnSpc>
            <a:spcBef>
              <a:spcPct val="0"/>
            </a:spcBef>
            <a:spcAft>
              <a:spcPct val="15000"/>
            </a:spcAft>
            <a:buChar char="•"/>
          </a:pPr>
          <a:endParaRPr lang="en-US" sz="2000" b="1" kern="1200" dirty="0">
            <a:latin typeface="Times New Roman" panose="02020603050405020304" pitchFamily="18" charset="0"/>
            <a:cs typeface="Times New Roman" panose="02020603050405020304" pitchFamily="18" charset="0"/>
          </a:endParaRPr>
        </a:p>
      </dsp:txBody>
      <dsp:txXfrm>
        <a:off x="4150012" y="2192635"/>
        <a:ext cx="1818679" cy="3200198"/>
      </dsp:txXfrm>
    </dsp:sp>
    <dsp:sp modelId="{0EE71C2D-9076-4076-93DC-6275C7B1573F}">
      <dsp:nvSpPr>
        <dsp:cNvPr id="0" name=""/>
        <dsp:cNvSpPr/>
      </dsp:nvSpPr>
      <dsp:spPr>
        <a:xfrm>
          <a:off x="6223307" y="1465163"/>
          <a:ext cx="1818679" cy="72747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Charge</a:t>
          </a:r>
        </a:p>
      </dsp:txBody>
      <dsp:txXfrm>
        <a:off x="6223307" y="1465163"/>
        <a:ext cx="1818679" cy="727471"/>
      </dsp:txXfrm>
    </dsp:sp>
    <dsp:sp modelId="{F885D2FA-99D1-4110-870E-878A9B08C7B4}">
      <dsp:nvSpPr>
        <dsp:cNvPr id="0" name=""/>
        <dsp:cNvSpPr/>
      </dsp:nvSpPr>
      <dsp:spPr>
        <a:xfrm>
          <a:off x="6223307" y="2192635"/>
          <a:ext cx="1818679" cy="320019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14:m xmlns:a14="http://schemas.microsoft.com/office/drawing/2010/main">
            <m:oMath xmlns:m="http://schemas.openxmlformats.org/officeDocument/2006/math">
              <m:r>
                <a:rPr lang="en-US" sz="1600" b="1" i="1" kern="1200" smtClean="0">
                  <a:latin typeface="Cambria Math" panose="02040503050406030204" pitchFamily="18" charset="0"/>
                </a:rPr>
                <m:t>𝒆</m:t>
              </m:r>
              <m:r>
                <a:rPr lang="en-US" sz="1600" b="1" i="1" kern="1200" smtClean="0">
                  <a:latin typeface="Cambria Math" panose="02040503050406030204" pitchFamily="18" charset="0"/>
                </a:rPr>
                <m:t>=</m:t>
              </m:r>
              <m:r>
                <a:rPr lang="en-US" sz="1600" b="1" i="1" kern="1200" smtClean="0">
                  <a:latin typeface="Cambria Math" panose="02040503050406030204" pitchFamily="18" charset="0"/>
                </a:rPr>
                <m:t>𝟏</m:t>
              </m:r>
              <m:r>
                <a:rPr lang="en-US" sz="1600" b="1" i="1" kern="1200" smtClean="0">
                  <a:latin typeface="Cambria Math" panose="02040503050406030204" pitchFamily="18" charset="0"/>
                </a:rPr>
                <m:t>.</m:t>
              </m:r>
              <m:r>
                <a:rPr lang="en-US" sz="1600" b="1" i="1" kern="1200" smtClean="0">
                  <a:latin typeface="Cambria Math" panose="02040503050406030204" pitchFamily="18" charset="0"/>
                </a:rPr>
                <m:t>𝟔𝟎𝟐</m:t>
              </m:r>
              <m:r>
                <a:rPr lang="en-US" sz="1600" b="1" i="1" kern="1200" smtClean="0">
                  <a:latin typeface="Cambria Math" panose="02040503050406030204" pitchFamily="18" charset="0"/>
                </a:rPr>
                <m:t> ∗</m:t>
              </m:r>
              <m:sSup>
                <m:sSupPr>
                  <m:ctrlPr>
                    <a:rPr lang="en-US" sz="1600" b="1" i="1" kern="1200" smtClean="0">
                      <a:latin typeface="Cambria Math" panose="02040503050406030204" pitchFamily="18" charset="0"/>
                    </a:rPr>
                  </m:ctrlPr>
                </m:sSupPr>
                <m:e>
                  <m:r>
                    <a:rPr lang="en-US" sz="1600" b="1" i="1" kern="1200" smtClean="0">
                      <a:latin typeface="Cambria Math" panose="02040503050406030204" pitchFamily="18" charset="0"/>
                    </a:rPr>
                    <m:t>𝟏𝟎</m:t>
                  </m:r>
                </m:e>
                <m:sup>
                  <m:r>
                    <a:rPr lang="en-US" sz="1600" b="1" i="1" kern="1200" smtClean="0">
                      <a:latin typeface="Cambria Math" panose="02040503050406030204" pitchFamily="18" charset="0"/>
                    </a:rPr>
                    <m:t>−</m:t>
                  </m:r>
                  <m:r>
                    <a:rPr lang="en-US" sz="1600" b="1" i="1" kern="1200" smtClean="0">
                      <a:latin typeface="Cambria Math" panose="02040503050406030204" pitchFamily="18" charset="0"/>
                    </a:rPr>
                    <m:t>𝟏𝟗</m:t>
                  </m:r>
                </m:sup>
              </m:sSup>
              <m:r>
                <a:rPr lang="en-IN" sz="1600" b="1" i="1" kern="1200" smtClean="0">
                  <a:latin typeface="Cambria Math" panose="02040503050406030204" pitchFamily="18" charset="0"/>
                </a:rPr>
                <m:t> </m:t>
              </m:r>
              <m:r>
                <a:rPr lang="en-US" sz="1600" b="1" i="1" kern="1200" smtClean="0">
                  <a:latin typeface="Cambria Math" panose="02040503050406030204" pitchFamily="18" charset="0"/>
                </a:rPr>
                <m:t>𝑪</m:t>
              </m:r>
            </m:oMath>
          </a14:m>
          <a:endParaRPr lang="en-US" sz="1600" b="1"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14:m xmlns:a14="http://schemas.microsoft.com/office/drawing/2010/main">
            <m:oMath xmlns:m="http://schemas.openxmlformats.org/officeDocument/2006/math">
              <m:acc>
                <m:accPr>
                  <m:chr m:val="⃗"/>
                  <m:ctrlPr>
                    <a:rPr lang="en-US" sz="1600" b="1" i="1" kern="1200" smtClean="0">
                      <a:latin typeface="Cambria Math" panose="02040503050406030204" pitchFamily="18" charset="0"/>
                    </a:rPr>
                  </m:ctrlPr>
                </m:accPr>
                <m:e>
                  <m:r>
                    <a:rPr lang="en-US" sz="1600" b="1" i="1" kern="1200" smtClean="0">
                      <a:latin typeface="Cambria Math" panose="02040503050406030204" pitchFamily="18" charset="0"/>
                    </a:rPr>
                    <m:t>𝒇</m:t>
                  </m:r>
                </m:e>
              </m:acc>
              <m:r>
                <a:rPr lang="en-US" sz="1600" b="1" i="1" kern="1200" smtClean="0">
                  <a:latin typeface="Cambria Math" panose="02040503050406030204" pitchFamily="18" charset="0"/>
                </a:rPr>
                <m:t>=</m:t>
              </m:r>
              <m:r>
                <a:rPr lang="en-US" sz="1600" b="1" i="1" kern="1200" smtClean="0">
                  <a:latin typeface="Cambria Math" panose="02040503050406030204" pitchFamily="18" charset="0"/>
                </a:rPr>
                <m:t>𝒒</m:t>
              </m:r>
              <m:acc>
                <m:accPr>
                  <m:chr m:val="⃗"/>
                  <m:ctrlPr>
                    <a:rPr lang="en-US" sz="1600" b="1" i="1" kern="1200" smtClean="0">
                      <a:latin typeface="Cambria Math" panose="02040503050406030204" pitchFamily="18" charset="0"/>
                    </a:rPr>
                  </m:ctrlPr>
                </m:accPr>
                <m:e>
                  <m:r>
                    <a:rPr lang="en-US" sz="1600" b="1" i="1" kern="1200" smtClean="0">
                      <a:latin typeface="Cambria Math" panose="02040503050406030204" pitchFamily="18" charset="0"/>
                    </a:rPr>
                    <m:t>𝑬</m:t>
                  </m:r>
                </m:e>
              </m:acc>
            </m:oMath>
          </a14:m>
          <a:endParaRPr lang="en-US" sz="1600" b="1" kern="1200" dirty="0">
            <a:latin typeface="Times New Roman" panose="02020603050405020304" pitchFamily="18" charset="0"/>
            <a:cs typeface="Times New Roman" panose="02020603050405020304" pitchFamily="18" charset="0"/>
          </a:endParaRPr>
        </a:p>
      </dsp:txBody>
      <dsp:txXfrm>
        <a:off x="6223307" y="2192635"/>
        <a:ext cx="1818679" cy="3200198"/>
      </dsp:txXfrm>
    </dsp:sp>
    <dsp:sp modelId="{37B5EE4A-30F3-4F21-B837-5C0A4271F4FA}">
      <dsp:nvSpPr>
        <dsp:cNvPr id="0" name=""/>
        <dsp:cNvSpPr/>
      </dsp:nvSpPr>
      <dsp:spPr>
        <a:xfrm>
          <a:off x="8296602" y="1465163"/>
          <a:ext cx="1818679" cy="727471"/>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Current</a:t>
          </a:r>
        </a:p>
      </dsp:txBody>
      <dsp:txXfrm>
        <a:off x="8296602" y="1465163"/>
        <a:ext cx="1818679" cy="727471"/>
      </dsp:txXfrm>
    </dsp:sp>
    <dsp:sp modelId="{E8909AFF-5EA0-40D8-9454-68EA75427D7E}">
      <dsp:nvSpPr>
        <dsp:cNvPr id="0" name=""/>
        <dsp:cNvSpPr/>
      </dsp:nvSpPr>
      <dsp:spPr>
        <a:xfrm>
          <a:off x="8296602" y="2192635"/>
          <a:ext cx="1818679" cy="3200198"/>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Rate of Flow of Charge</a:t>
          </a:r>
        </a:p>
        <a:p>
          <a:pPr marL="171450" lvl="1" indent="-171450" algn="l" defTabSz="800100">
            <a:lnSpc>
              <a:spcPct val="90000"/>
            </a:lnSpc>
            <a:spcBef>
              <a:spcPct val="0"/>
            </a:spcBef>
            <a:spcAft>
              <a:spcPct val="15000"/>
            </a:spcAft>
            <a:buChar char="•"/>
          </a:pPr>
          <a:r>
            <a:rPr lang="en-US" sz="1800" b="1" kern="1200" dirty="0">
              <a:latin typeface="Times New Roman" panose="02020603050405020304" pitchFamily="18" charset="0"/>
              <a:cs typeface="Times New Roman" panose="02020603050405020304" pitchFamily="18" charset="0"/>
            </a:rPr>
            <a:t>Unit: Ampere</a:t>
          </a:r>
        </a:p>
        <a:p>
          <a:pPr marL="171450" lvl="1" indent="-171450" algn="l" defTabSz="800100">
            <a:lnSpc>
              <a:spcPct val="90000"/>
            </a:lnSpc>
            <a:spcBef>
              <a:spcPct val="0"/>
            </a:spcBef>
            <a:spcAft>
              <a:spcPct val="15000"/>
            </a:spcAft>
            <a:buChar char="•"/>
          </a:pPr>
          <a14:m xmlns:a14="http://schemas.microsoft.com/office/drawing/2010/main">
            <m:oMath xmlns:m="http://schemas.openxmlformats.org/officeDocument/2006/math">
              <m:r>
                <a:rPr lang="en-US" sz="1800" b="1" i="1" kern="1200" smtClean="0">
                  <a:latin typeface="Cambria Math" panose="02040503050406030204" pitchFamily="18" charset="0"/>
                </a:rPr>
                <m:t>𝑰</m:t>
              </m:r>
              <m:r>
                <a:rPr lang="en-US" sz="1800" b="1" i="1" kern="1200" smtClean="0">
                  <a:latin typeface="Cambria Math" panose="02040503050406030204" pitchFamily="18" charset="0"/>
                </a:rPr>
                <m:t>=</m:t>
              </m:r>
              <m:f>
                <m:fPr>
                  <m:ctrlPr>
                    <a:rPr lang="en-US" sz="1800" b="1" i="1" kern="1200" smtClean="0">
                      <a:latin typeface="Cambria Math" panose="02040503050406030204" pitchFamily="18" charset="0"/>
                    </a:rPr>
                  </m:ctrlPr>
                </m:fPr>
                <m:num>
                  <m:r>
                    <a:rPr lang="en-US" sz="1800" b="1" i="1" kern="1200" smtClean="0">
                      <a:latin typeface="Cambria Math" panose="02040503050406030204" pitchFamily="18" charset="0"/>
                    </a:rPr>
                    <m:t>𝒅𝒒</m:t>
                  </m:r>
                </m:num>
                <m:den>
                  <m:r>
                    <a:rPr lang="en-US" sz="1800" b="1" i="1" kern="1200" smtClean="0">
                      <a:latin typeface="Cambria Math" panose="02040503050406030204" pitchFamily="18" charset="0"/>
                    </a:rPr>
                    <m:t>𝒅𝒕</m:t>
                  </m:r>
                </m:den>
              </m:f>
            </m:oMath>
          </a14:m>
          <a:endParaRPr lang="en-US" sz="1800" b="1" kern="1200" dirty="0">
            <a:latin typeface="Times New Roman" panose="02020603050405020304" pitchFamily="18" charset="0"/>
            <a:cs typeface="Times New Roman" panose="02020603050405020304" pitchFamily="18" charset="0"/>
          </a:endParaRPr>
        </a:p>
      </dsp:txBody>
      <dsp:txXfrm>
        <a:off x="8296602" y="2192635"/>
        <a:ext cx="1818679" cy="3200198"/>
      </dsp:txXfrm>
    </dsp:sp>
    <dsp:sp modelId="{1A4FC12D-E360-4542-A1AD-E0AA346640C9}">
      <dsp:nvSpPr>
        <dsp:cNvPr id="0" name=""/>
        <dsp:cNvSpPr/>
      </dsp:nvSpPr>
      <dsp:spPr>
        <a:xfrm>
          <a:off x="10369897" y="1465163"/>
          <a:ext cx="1818679" cy="72747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anose="02020603050405020304" pitchFamily="18" charset="0"/>
              <a:cs typeface="Times New Roman" panose="02020603050405020304" pitchFamily="18" charset="0"/>
            </a:rPr>
            <a:t>Potential</a:t>
          </a:r>
        </a:p>
      </dsp:txBody>
      <dsp:txXfrm>
        <a:off x="10369897" y="1465163"/>
        <a:ext cx="1818679" cy="727471"/>
      </dsp:txXfrm>
    </dsp:sp>
    <dsp:sp modelId="{FAB65F64-FD02-42F8-A845-F683AB09E8B8}">
      <dsp:nvSpPr>
        <dsp:cNvPr id="0" name=""/>
        <dsp:cNvSpPr/>
      </dsp:nvSpPr>
      <dsp:spPr>
        <a:xfrm>
          <a:off x="10369897" y="2192635"/>
          <a:ext cx="1818679" cy="320019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Work Done Per Unit Charge to Move a Charge Between Two Points</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a:p>
          <a:pPr marL="171450" lvl="1" indent="-171450" algn="l" defTabSz="800100">
            <a:lnSpc>
              <a:spcPct val="90000"/>
            </a:lnSpc>
            <a:spcBef>
              <a:spcPct val="0"/>
            </a:spcBef>
            <a:spcAft>
              <a:spcPct val="15000"/>
            </a:spcAft>
            <a:buChar char="•"/>
          </a:pPr>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Always</a:t>
          </a:r>
          <a:r>
            <a:rPr lang="en-GB" sz="1800" kern="1200" dirty="0"/>
            <a:t> </a:t>
          </a:r>
          <a:r>
            <a:rPr lang="en-GB"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Measured Relative to Another Point </a:t>
          </a:r>
          <a:endPar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a:p>
          <a:pPr marL="171450" lvl="1" indent="-171450" algn="l" defTabSz="800100">
            <a:lnSpc>
              <a:spcPct val="90000"/>
            </a:lnSpc>
            <a:spcBef>
              <a:spcPct val="0"/>
            </a:spcBef>
            <a:spcAft>
              <a:spcPct val="15000"/>
            </a:spcAft>
            <a:buChar char="•"/>
          </a:pPr>
          <a:r>
            <a:rPr lang="en-US" sz="18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Unit: Volt</a:t>
          </a:r>
        </a:p>
      </dsp:txBody>
      <dsp:txXfrm>
        <a:off x="10369897" y="2192635"/>
        <a:ext cx="1818679" cy="32001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97717-2CA8-40D9-ADA2-8514952559DF}">
      <dsp:nvSpPr>
        <dsp:cNvPr id="0" name=""/>
        <dsp:cNvSpPr/>
      </dsp:nvSpPr>
      <dsp:spPr>
        <a:xfrm rot="19200000">
          <a:off x="129833" y="1955169"/>
          <a:ext cx="2847899" cy="1475732"/>
        </a:xfrm>
        <a:prstGeom prst="round2Same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76200" rIns="228600" bIns="76200" numCol="1" spcCol="1270" anchor="ctr" anchorCtr="0">
          <a:noAutofit/>
        </a:bodyPr>
        <a:lstStyle/>
        <a:p>
          <a:pPr marL="0" lvl="0" indent="0" algn="ctr" defTabSz="2667000">
            <a:lnSpc>
              <a:spcPct val="90000"/>
            </a:lnSpc>
            <a:spcBef>
              <a:spcPct val="0"/>
            </a:spcBef>
            <a:spcAft>
              <a:spcPct val="35000"/>
            </a:spcAft>
            <a:buNone/>
          </a:pPr>
          <a:r>
            <a:rPr lang="en-US" sz="6000" kern="1200" dirty="0"/>
            <a:t>Charge</a:t>
          </a:r>
        </a:p>
      </dsp:txBody>
      <dsp:txXfrm>
        <a:off x="225025" y="2018781"/>
        <a:ext cx="2703821" cy="1403693"/>
      </dsp:txXfrm>
    </dsp:sp>
    <dsp:sp modelId="{3FC0102A-1B75-453A-9980-9A375A11C9DD}">
      <dsp:nvSpPr>
        <dsp:cNvPr id="0" name=""/>
        <dsp:cNvSpPr/>
      </dsp:nvSpPr>
      <dsp:spPr>
        <a:xfrm>
          <a:off x="3676288" y="572615"/>
          <a:ext cx="3356432" cy="1474140"/>
        </a:xfrm>
        <a:prstGeom prst="round2Same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68580" rIns="20574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Voltage</a:t>
          </a:r>
        </a:p>
      </dsp:txBody>
      <dsp:txXfrm>
        <a:off x="3748250" y="644577"/>
        <a:ext cx="3212508" cy="1402178"/>
      </dsp:txXfrm>
    </dsp:sp>
    <dsp:sp modelId="{36B4B808-B8F7-47FF-8D63-75C5FDCA27DE}">
      <dsp:nvSpPr>
        <dsp:cNvPr id="0" name=""/>
        <dsp:cNvSpPr/>
      </dsp:nvSpPr>
      <dsp:spPr>
        <a:xfrm rot="2400000">
          <a:off x="7477009" y="1920087"/>
          <a:ext cx="3356432" cy="1545895"/>
        </a:xfrm>
        <a:prstGeom prst="round2Same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76200" rIns="228600" bIns="76200" numCol="1" spcCol="1270" anchor="ctr" anchorCtr="0">
          <a:noAutofit/>
        </a:bodyPr>
        <a:lstStyle/>
        <a:p>
          <a:pPr marL="0" lvl="0" indent="0" algn="ctr" defTabSz="2667000">
            <a:lnSpc>
              <a:spcPct val="90000"/>
            </a:lnSpc>
            <a:spcBef>
              <a:spcPct val="0"/>
            </a:spcBef>
            <a:spcAft>
              <a:spcPct val="35000"/>
            </a:spcAft>
            <a:buNone/>
          </a:pPr>
          <a:r>
            <a:rPr lang="en-US" sz="6000" kern="1200" dirty="0"/>
            <a:t>Energy</a:t>
          </a:r>
        </a:p>
      </dsp:txBody>
      <dsp:txXfrm>
        <a:off x="7528219" y="1986723"/>
        <a:ext cx="3205504" cy="1470431"/>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diagrams.loki3.com/TabbedArc+Icon">
  <dgm:title val="Tabbed Arc"/>
  <dgm:desc val="Use to show a set of related items arcing over a common area.  Best with small amounts of text."/>
  <dgm:catLst>
    <dgm:cat type="relationship" pri="20500"/>
    <dgm:cat type="officeonline" pri="4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dir/>
      <dgm:resizeHandles val="exact"/>
    </dgm:varLst>
    <dgm:choose name="Name1">
      <dgm:if name="Name2" axis="ch" ptType="node" func="cnt" op="equ" val="1">
        <dgm:alg type="cycle"/>
      </dgm:if>
      <dgm:else name="Name3">
        <dgm:choose name="Name4">
          <dgm:if name="Name5" axis="ch" ptType="node" func="cnt" op="lte" val="3">
            <dgm:choose name="Name6">
              <dgm:if name="Name7" func="var" arg="dir" op="equ" val="norm">
                <dgm:alg type="cycle">
                  <dgm:param type="stAng" val="-40"/>
                  <dgm:param type="spanAng" val="80"/>
                  <dgm:param type="rotPath" val="alongPath"/>
                </dgm:alg>
              </dgm:if>
              <dgm:else name="Name8">
                <dgm:alg type="cycle">
                  <dgm:param type="stAng" val="40"/>
                  <dgm:param type="spanAng" val="-80"/>
                  <dgm:param type="rotPath" val="alongPath"/>
                </dgm:alg>
              </dgm:else>
            </dgm:choose>
          </dgm:if>
          <dgm:else name="Name9">
            <dgm:choose name="Name10">
              <dgm:if name="Name11" func="var" arg="dir" op="equ" val="norm">
                <dgm:alg type="cycle">
                  <dgm:param type="stAng" val="-60"/>
                  <dgm:param type="spanAng" val="120"/>
                  <dgm:param type="rotPath" val="alongPath"/>
                </dgm:alg>
              </dgm:if>
              <dgm:else name="Name12">
                <dgm:alg type="cycle">
                  <dgm:param type="stAng" val="60"/>
                  <dgm:param type="spanAng" val="-120"/>
                  <dgm:param type="rotPath" val="alongPath"/>
                </dgm:alg>
              </dgm:else>
            </dgm:choose>
          </dgm:else>
        </dgm:choose>
      </dgm:else>
    </dgm:choose>
    <dgm:shape xmlns:r="http://schemas.openxmlformats.org/officeDocument/2006/relationships" r:blip="">
      <dgm:adjLst/>
    </dgm:shape>
    <dgm:presOf/>
    <dgm:choose name="Name13">
      <dgm:if name="Name14" axis="ch" ptType="node" func="cnt" op="equ" val="2">
        <dgm:constrLst>
          <dgm:constr type="w" for="ch" ptType="node" refType="w"/>
          <dgm:constr type="primFontSz" for="ch" ptType="node" op="equ" val="65"/>
          <dgm:constr type="sibSp" refType="w" fact="0.22"/>
        </dgm:constrLst>
      </dgm:if>
      <dgm:else name="Name15">
        <dgm:constrLst>
          <dgm:constr type="w" for="ch" ptType="node" refType="w"/>
          <dgm:constr type="primFontSz" for="ch" ptType="node" op="equ" val="65"/>
          <dgm:constr type="sibSp" refType="w" fact="0.14"/>
        </dgm:constrLst>
      </dgm:else>
    </dgm:choose>
    <dgm:ruleLst/>
    <dgm:forEach name="Name16" axis="ch" ptType="node">
      <dgm:choose name="Name17">
        <dgm:if name="Name18" axis="par ch" ptType="doc node" func="cnt" op="equ" val="1">
          <dgm:layoutNode name="one">
            <dgm:varLst>
              <dgm:bulletEnabled val="1"/>
            </dgm:varLst>
            <dgm:alg type="tx"/>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if>
        <dgm:else name="Name19">
          <dgm:layoutNode name="twoplus">
            <dgm:varLst>
              <dgm:bulletEnabled val="1"/>
            </dgm:varLst>
            <dgm:alg type="tx">
              <dgm:param type="autoTxRot" val="grav"/>
            </dgm:alg>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0C52F5-A406-437C-841F-C7ECE8AFDE79}" type="datetimeFigureOut">
              <a:rPr lang="en-US" smtClean="0"/>
              <a:t>9/14/2025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DCCC6F-D71C-43FE-B589-BB073785CCC8}" type="slidenum">
              <a:rPr lang="en-US" smtClean="0"/>
              <a:t>‹#›</a:t>
            </a:fld>
            <a:endParaRPr lang="en-US"/>
          </a:p>
        </p:txBody>
      </p:sp>
    </p:spTree>
    <p:extLst>
      <p:ext uri="{BB962C8B-B14F-4D97-AF65-F5344CB8AC3E}">
        <p14:creationId xmlns:p14="http://schemas.microsoft.com/office/powerpoint/2010/main" val="3437996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DCCC6F-D71C-43FE-B589-BB073785CCC8}" type="slidenum">
              <a:rPr lang="en-US" smtClean="0"/>
              <a:t>1</a:t>
            </a:fld>
            <a:endParaRPr lang="en-US"/>
          </a:p>
        </p:txBody>
      </p:sp>
    </p:spTree>
    <p:extLst>
      <p:ext uri="{BB962C8B-B14F-4D97-AF65-F5344CB8AC3E}">
        <p14:creationId xmlns:p14="http://schemas.microsoft.com/office/powerpoint/2010/main" val="82142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is Electrical Engineering?</a:t>
            </a:r>
          </a:p>
          <a:p>
            <a:r>
              <a:rPr lang="en-GB" b="0" i="0" dirty="0">
                <a:solidFill>
                  <a:srgbClr val="EEF0FF"/>
                </a:solidFill>
                <a:effectLst/>
                <a:latin typeface="Google Sans"/>
              </a:rPr>
              <a:t>Electrical Engineering is the discipline focused on the study, design, development, and application of electrical systems, devices, and technologies using electricity, electronics, and electromagnetism to meet diverse needs, ranging from power generation and distribution to electronics, telecommunications, and computing. </a:t>
            </a:r>
          </a:p>
          <a:p>
            <a:r>
              <a:rPr lang="en-GB" dirty="0"/>
              <a:t>According to the diagram, it is divided into two main areas:</a:t>
            </a:r>
          </a:p>
          <a:p>
            <a:r>
              <a:rPr lang="en-GB" b="1" dirty="0"/>
              <a:t>1. Energy (Power Systems)</a:t>
            </a:r>
          </a:p>
          <a:p>
            <a:r>
              <a:rPr lang="en-GB" dirty="0"/>
              <a:t>This side of Electrical Engineering focuses on </a:t>
            </a:r>
            <a:r>
              <a:rPr lang="en-GB" b="1" dirty="0"/>
              <a:t>generating</a:t>
            </a:r>
            <a:r>
              <a:rPr lang="en-GB" dirty="0"/>
              <a:t>, </a:t>
            </a:r>
            <a:r>
              <a:rPr lang="en-GB" b="1" dirty="0"/>
              <a:t>transmitting</a:t>
            </a:r>
            <a:r>
              <a:rPr lang="en-GB" dirty="0"/>
              <a:t>, </a:t>
            </a:r>
            <a:r>
              <a:rPr lang="en-GB" b="1" dirty="0"/>
              <a:t>distributing</a:t>
            </a:r>
            <a:r>
              <a:rPr lang="en-GB" dirty="0"/>
              <a:t>, and </a:t>
            </a:r>
            <a:r>
              <a:rPr lang="en-GB" b="1" dirty="0"/>
              <a:t>utilizing</a:t>
            </a:r>
            <a:r>
              <a:rPr lang="en-GB" dirty="0"/>
              <a:t> electrical energy. It deals mainly with high-power electrical systems, which power our homes, industries, and cities.</a:t>
            </a:r>
          </a:p>
          <a:p>
            <a:r>
              <a:rPr lang="en-GB" b="1" dirty="0"/>
              <a:t>a. Generation</a:t>
            </a:r>
          </a:p>
          <a:p>
            <a:pPr>
              <a:buFont typeface="Arial" panose="020B0604020202020204" pitchFamily="34" charset="0"/>
              <a:buChar char="•"/>
            </a:pPr>
            <a:r>
              <a:rPr lang="en-GB" dirty="0"/>
              <a:t>This is where electrical energy is produced.</a:t>
            </a:r>
          </a:p>
          <a:p>
            <a:pPr>
              <a:buFont typeface="Arial" panose="020B0604020202020204" pitchFamily="34" charset="0"/>
              <a:buChar char="•"/>
            </a:pPr>
            <a:r>
              <a:rPr lang="en-GB" dirty="0"/>
              <a:t>It involves power plants that convert other forms of energy (like coal, natural gas, nuclear, hydro, solar, or wind) into electrical energy.</a:t>
            </a:r>
          </a:p>
          <a:p>
            <a:pPr>
              <a:buFont typeface="Arial" panose="020B0604020202020204" pitchFamily="34" charset="0"/>
              <a:buChar char="•"/>
            </a:pPr>
            <a:r>
              <a:rPr lang="en-GB" dirty="0"/>
              <a:t>Electrical engineers design and maintain generators and systems that produce electrical power efficiently.</a:t>
            </a:r>
          </a:p>
          <a:p>
            <a:r>
              <a:rPr lang="en-GB" b="1" dirty="0"/>
              <a:t>b. Transmission</a:t>
            </a:r>
          </a:p>
          <a:p>
            <a:pPr>
              <a:buFont typeface="Arial" panose="020B0604020202020204" pitchFamily="34" charset="0"/>
              <a:buChar char="•"/>
            </a:pPr>
            <a:r>
              <a:rPr lang="en-GB" dirty="0"/>
              <a:t>After electricity is generated, it needs to be transported over long distances to reach consumers.</a:t>
            </a:r>
          </a:p>
          <a:p>
            <a:pPr>
              <a:buFont typeface="Arial" panose="020B0604020202020204" pitchFamily="34" charset="0"/>
              <a:buChar char="•"/>
            </a:pPr>
            <a:r>
              <a:rPr lang="en-GB" dirty="0"/>
              <a:t>Transmission systems use high-voltage power lines to reduce losses while transporting electricity across regions.</a:t>
            </a:r>
          </a:p>
          <a:p>
            <a:pPr>
              <a:buFont typeface="Arial" panose="020B0604020202020204" pitchFamily="34" charset="0"/>
              <a:buChar char="•"/>
            </a:pPr>
            <a:r>
              <a:rPr lang="en-GB" dirty="0"/>
              <a:t>Electrical engineers work on designing transmission lines, transformers, and substations to ensure reliable and efficient transport of power.</a:t>
            </a:r>
          </a:p>
          <a:p>
            <a:r>
              <a:rPr lang="en-GB" b="1" dirty="0"/>
              <a:t>c. Distribution</a:t>
            </a:r>
          </a:p>
          <a:p>
            <a:pPr>
              <a:buFont typeface="Arial" panose="020B0604020202020204" pitchFamily="34" charset="0"/>
              <a:buChar char="•"/>
            </a:pPr>
            <a:r>
              <a:rPr lang="en-GB" dirty="0"/>
              <a:t>Once electricity reaches the vicinity of the consumers, it is stepped down to safer voltages and distributed locally.</a:t>
            </a:r>
          </a:p>
          <a:p>
            <a:pPr>
              <a:buFont typeface="Arial" panose="020B0604020202020204" pitchFamily="34" charset="0"/>
              <a:buChar char="•"/>
            </a:pPr>
            <a:r>
              <a:rPr lang="en-GB" dirty="0"/>
              <a:t>Distribution networks include poles, transformers, and wiring that deliver electricity to homes, businesses, and factories.</a:t>
            </a:r>
          </a:p>
          <a:p>
            <a:pPr>
              <a:buFont typeface="Arial" panose="020B0604020202020204" pitchFamily="34" charset="0"/>
              <a:buChar char="•"/>
            </a:pPr>
            <a:r>
              <a:rPr lang="en-GB" dirty="0"/>
              <a:t>Engineers optimize distribution systems to ensure safety, reliability, and efficiency.</a:t>
            </a:r>
          </a:p>
          <a:p>
            <a:r>
              <a:rPr lang="en-GB" b="1" dirty="0"/>
              <a:t>d. Utilization</a:t>
            </a:r>
          </a:p>
          <a:p>
            <a:pPr>
              <a:buFont typeface="Arial" panose="020B0604020202020204" pitchFamily="34" charset="0"/>
              <a:buChar char="•"/>
            </a:pPr>
            <a:r>
              <a:rPr lang="en-GB" dirty="0"/>
              <a:t>This is the final stage where electrical energy is used by consumers.</a:t>
            </a:r>
          </a:p>
          <a:p>
            <a:pPr>
              <a:buFont typeface="Arial" panose="020B0604020202020204" pitchFamily="34" charset="0"/>
              <a:buChar char="•"/>
            </a:pPr>
            <a:r>
              <a:rPr lang="en-GB" dirty="0"/>
              <a:t>Electrical engineering focuses on the design of electrical appliances, lighting, motors, heating devices, and industrial machines.</a:t>
            </a:r>
          </a:p>
          <a:p>
            <a:pPr>
              <a:buFont typeface="Arial" panose="020B0604020202020204" pitchFamily="34" charset="0"/>
              <a:buChar char="•"/>
            </a:pPr>
            <a:r>
              <a:rPr lang="en-GB" dirty="0"/>
              <a:t>Understanding how electrical energy is utilized helps improve energy efficiency and performance.</a:t>
            </a:r>
          </a:p>
          <a:p>
            <a:r>
              <a:rPr lang="en-GB" b="1" dirty="0"/>
              <a:t>2. Information (Electronics and Communication)</a:t>
            </a:r>
          </a:p>
          <a:p>
            <a:r>
              <a:rPr lang="en-GB" dirty="0"/>
              <a:t>This side of Electrical Engineering deals with the processing and transmission of </a:t>
            </a:r>
            <a:r>
              <a:rPr lang="en-GB" b="1" dirty="0"/>
              <a:t>information</a:t>
            </a:r>
            <a:r>
              <a:rPr lang="en-GB" dirty="0"/>
              <a:t> using electrical signals, usually at much lower voltages and currents compared to power systems.</a:t>
            </a:r>
          </a:p>
          <a:p>
            <a:r>
              <a:rPr lang="en-GB" b="1" dirty="0"/>
              <a:t>a. Low Amplitude Voltage and Current (V, I)</a:t>
            </a:r>
          </a:p>
          <a:p>
            <a:pPr>
              <a:buFont typeface="Arial" panose="020B0604020202020204" pitchFamily="34" charset="0"/>
              <a:buChar char="•"/>
            </a:pPr>
            <a:r>
              <a:rPr lang="en-GB" dirty="0"/>
              <a:t>Signals in communication and electronics are typically low power — low voltage and current.</a:t>
            </a:r>
          </a:p>
          <a:p>
            <a:pPr>
              <a:buFont typeface="Arial" panose="020B0604020202020204" pitchFamily="34" charset="0"/>
              <a:buChar char="•"/>
            </a:pPr>
            <a:r>
              <a:rPr lang="en-GB" dirty="0"/>
              <a:t>These signals carry information (like audio, video, or data) and require amplification and processing.</a:t>
            </a:r>
          </a:p>
          <a:p>
            <a:pPr>
              <a:buFont typeface="Arial" panose="020B0604020202020204" pitchFamily="34" charset="0"/>
              <a:buChar char="•"/>
            </a:pPr>
            <a:r>
              <a:rPr lang="en-GB" dirty="0"/>
              <a:t>Electrical engineers design circuits and devices that handle these weak signals without distortion or loss.</a:t>
            </a:r>
          </a:p>
          <a:p>
            <a:r>
              <a:rPr lang="en-GB" b="1" dirty="0"/>
              <a:t>b. Communication</a:t>
            </a:r>
          </a:p>
          <a:p>
            <a:pPr>
              <a:buFont typeface="Arial" panose="020B0604020202020204" pitchFamily="34" charset="0"/>
              <a:buChar char="•"/>
            </a:pPr>
            <a:r>
              <a:rPr lang="en-GB" dirty="0"/>
              <a:t>This involves the transmission and reception of information over distances, including radio, television, telephone, internet, and satellite systems.</a:t>
            </a:r>
          </a:p>
          <a:p>
            <a:pPr>
              <a:buFont typeface="Arial" panose="020B0604020202020204" pitchFamily="34" charset="0"/>
              <a:buChar char="•"/>
            </a:pPr>
            <a:r>
              <a:rPr lang="en-GB" dirty="0"/>
              <a:t>Electrical engineers develop communication protocols, antennas, transmitters, and receivers.</a:t>
            </a:r>
          </a:p>
          <a:p>
            <a:pPr>
              <a:buFont typeface="Arial" panose="020B0604020202020204" pitchFamily="34" charset="0"/>
              <a:buChar char="•"/>
            </a:pPr>
            <a:r>
              <a:rPr lang="en-GB" dirty="0"/>
              <a:t>This field also includes wireless communication, </a:t>
            </a:r>
            <a:r>
              <a:rPr lang="en-GB" dirty="0" err="1"/>
              <a:t>fiber</a:t>
            </a:r>
            <a:r>
              <a:rPr lang="en-GB" dirty="0"/>
              <a:t> optics, networking, and data transmission technologies.</a:t>
            </a:r>
          </a:p>
          <a:p>
            <a:r>
              <a:rPr lang="en-GB" b="1" dirty="0"/>
              <a:t>c. Devices &amp; Circuits</a:t>
            </a:r>
          </a:p>
          <a:p>
            <a:pPr>
              <a:buFont typeface="Arial" panose="020B0604020202020204" pitchFamily="34" charset="0"/>
              <a:buChar char="•"/>
            </a:pPr>
            <a:r>
              <a:rPr lang="en-GB" dirty="0"/>
              <a:t>This covers the design and application of electronic components such as transistors, diodes, microprocessors, and integrated circuits.</a:t>
            </a:r>
          </a:p>
          <a:p>
            <a:pPr>
              <a:buFont typeface="Arial" panose="020B0604020202020204" pitchFamily="34" charset="0"/>
              <a:buChar char="•"/>
            </a:pPr>
            <a:r>
              <a:rPr lang="en-GB" dirty="0"/>
              <a:t>These devices process electrical signals to perform tasks such as computation, control, signal amplification, and digital data handling.</a:t>
            </a:r>
          </a:p>
          <a:p>
            <a:pPr>
              <a:buFont typeface="Arial" panose="020B0604020202020204" pitchFamily="34" charset="0"/>
              <a:buChar char="•"/>
            </a:pPr>
            <a:r>
              <a:rPr lang="en-GB" dirty="0"/>
              <a:t>Electrical engineers design circuits that form the backbone of computers, smartphones, medical devices, and more.</a:t>
            </a:r>
          </a:p>
          <a:p>
            <a:r>
              <a:rPr lang="en-GB" b="1" dirty="0"/>
              <a:t>Summary</a:t>
            </a:r>
          </a:p>
          <a:p>
            <a:pPr>
              <a:buFont typeface="Arial" panose="020B0604020202020204" pitchFamily="34" charset="0"/>
              <a:buChar char="•"/>
            </a:pPr>
            <a:r>
              <a:rPr lang="en-GB" b="1" dirty="0"/>
              <a:t>Electrical Engineering</a:t>
            </a:r>
            <a:r>
              <a:rPr lang="en-GB" dirty="0"/>
              <a:t> is the field that manages both </a:t>
            </a:r>
            <a:r>
              <a:rPr lang="en-GB" b="1" dirty="0"/>
              <a:t>Energy</a:t>
            </a:r>
            <a:r>
              <a:rPr lang="en-GB" dirty="0"/>
              <a:t> and </a:t>
            </a:r>
            <a:r>
              <a:rPr lang="en-GB" b="1" dirty="0"/>
              <a:t>Information</a:t>
            </a:r>
            <a:r>
              <a:rPr lang="en-GB" dirty="0"/>
              <a:t> through electrical and electronic technologies.</a:t>
            </a:r>
          </a:p>
          <a:p>
            <a:pPr>
              <a:buFont typeface="Arial" panose="020B0604020202020204" pitchFamily="34" charset="0"/>
              <a:buChar char="•"/>
            </a:pPr>
            <a:r>
              <a:rPr lang="en-GB" dirty="0"/>
              <a:t>The </a:t>
            </a:r>
            <a:r>
              <a:rPr lang="en-GB" b="1" dirty="0"/>
              <a:t>Energy</a:t>
            </a:r>
            <a:r>
              <a:rPr lang="en-GB" dirty="0"/>
              <a:t> side focuses on large-scale power systems: generating electricity, transmitting it over distances, distributing it safely, and ensuring effective use.</a:t>
            </a:r>
          </a:p>
          <a:p>
            <a:pPr>
              <a:buFont typeface="Arial" panose="020B0604020202020204" pitchFamily="34" charset="0"/>
              <a:buChar char="•"/>
            </a:pPr>
            <a:r>
              <a:rPr lang="en-GB" dirty="0"/>
              <a:t>The </a:t>
            </a:r>
            <a:r>
              <a:rPr lang="en-GB" b="1" dirty="0"/>
              <a:t>Information</a:t>
            </a:r>
            <a:r>
              <a:rPr lang="en-GB" dirty="0"/>
              <a:t> side focuses on low-power signals and systems that communicate, process, and control information via electronic devices and circuits.</a:t>
            </a:r>
          </a:p>
          <a:p>
            <a:endParaRPr lang="en-US" dirty="0"/>
          </a:p>
        </p:txBody>
      </p:sp>
      <p:sp>
        <p:nvSpPr>
          <p:cNvPr id="4" name="Slide Number Placeholder 3"/>
          <p:cNvSpPr>
            <a:spLocks noGrp="1"/>
          </p:cNvSpPr>
          <p:nvPr>
            <p:ph type="sldNum" sz="quarter" idx="5"/>
          </p:nvPr>
        </p:nvSpPr>
        <p:spPr/>
        <p:txBody>
          <a:bodyPr/>
          <a:lstStyle/>
          <a:p>
            <a:fld id="{35DCCC6F-D71C-43FE-B589-BB073785CCC8}" type="slidenum">
              <a:rPr lang="en-US" smtClean="0"/>
              <a:t>3</a:t>
            </a:fld>
            <a:endParaRPr lang="en-US"/>
          </a:p>
        </p:txBody>
      </p:sp>
    </p:spTree>
    <p:extLst>
      <p:ext uri="{BB962C8B-B14F-4D97-AF65-F5344CB8AC3E}">
        <p14:creationId xmlns:p14="http://schemas.microsoft.com/office/powerpoint/2010/main" val="1355200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DEVICE</a:t>
            </a:r>
            <a:br>
              <a:rPr lang="en-GB" dirty="0"/>
            </a:br>
            <a:r>
              <a:rPr lang="en-GB" dirty="0"/>
              <a:t>A </a:t>
            </a:r>
            <a:r>
              <a:rPr lang="en-GB" b="1" dirty="0"/>
              <a:t>Device</a:t>
            </a:r>
            <a:r>
              <a:rPr lang="en-GB" dirty="0"/>
              <a:t> is the most fundamental building block in an electrical circuit.</a:t>
            </a:r>
          </a:p>
          <a:p>
            <a:pPr>
              <a:buFont typeface="Arial" panose="020B0604020202020204" pitchFamily="34" charset="0"/>
              <a:buChar char="•"/>
            </a:pPr>
            <a:r>
              <a:rPr lang="en-GB" dirty="0"/>
              <a:t>These are individual components that have specific electrical characteristics.</a:t>
            </a:r>
          </a:p>
          <a:p>
            <a:pPr>
              <a:buFont typeface="Arial" panose="020B0604020202020204" pitchFamily="34" charset="0"/>
              <a:buChar char="•"/>
            </a:pPr>
            <a:r>
              <a:rPr lang="en-GB" dirty="0"/>
              <a:t>Devices can be </a:t>
            </a:r>
            <a:r>
              <a:rPr lang="en-GB" b="1" dirty="0"/>
              <a:t>active</a:t>
            </a:r>
            <a:r>
              <a:rPr lang="en-GB" dirty="0"/>
              <a:t> (e.g., transistor) or </a:t>
            </a:r>
            <a:r>
              <a:rPr lang="en-GB" b="1" dirty="0"/>
              <a:t>passive</a:t>
            </a:r>
            <a:r>
              <a:rPr lang="en-GB" dirty="0"/>
              <a:t> (e.g., resistor, capacitor, inductor).</a:t>
            </a:r>
          </a:p>
          <a:p>
            <a:r>
              <a:rPr lang="en-GB" b="1" dirty="0"/>
              <a:t>Examples:</a:t>
            </a:r>
            <a:endParaRPr lang="en-GB" dirty="0"/>
          </a:p>
          <a:p>
            <a:pPr>
              <a:buFont typeface="Arial" panose="020B0604020202020204" pitchFamily="34" charset="0"/>
              <a:buChar char="•"/>
            </a:pPr>
            <a:r>
              <a:rPr lang="en-GB" b="1" dirty="0"/>
              <a:t>Resistor</a:t>
            </a:r>
            <a:r>
              <a:rPr lang="en-GB" dirty="0"/>
              <a:t> – limits current</a:t>
            </a:r>
          </a:p>
          <a:p>
            <a:pPr>
              <a:buFont typeface="Arial" panose="020B0604020202020204" pitchFamily="34" charset="0"/>
              <a:buChar char="•"/>
            </a:pPr>
            <a:r>
              <a:rPr lang="en-GB" b="1" dirty="0"/>
              <a:t>Capacitor</a:t>
            </a:r>
            <a:r>
              <a:rPr lang="en-GB" dirty="0"/>
              <a:t> – stores electrical energy in an electric field</a:t>
            </a:r>
          </a:p>
          <a:p>
            <a:pPr>
              <a:buFont typeface="Arial" panose="020B0604020202020204" pitchFamily="34" charset="0"/>
              <a:buChar char="•"/>
            </a:pPr>
            <a:r>
              <a:rPr lang="en-GB" b="1" dirty="0"/>
              <a:t>Inductor</a:t>
            </a:r>
            <a:r>
              <a:rPr lang="en-GB" dirty="0"/>
              <a:t> – stores energy in a magnetic field</a:t>
            </a:r>
          </a:p>
          <a:p>
            <a:pPr>
              <a:buFont typeface="Arial" panose="020B0604020202020204" pitchFamily="34" charset="0"/>
              <a:buChar char="•"/>
            </a:pPr>
            <a:r>
              <a:rPr lang="en-GB" b="1" dirty="0"/>
              <a:t>Transistor</a:t>
            </a:r>
            <a:r>
              <a:rPr lang="en-GB" dirty="0"/>
              <a:t> – amplifies or switches electronic signals</a:t>
            </a:r>
          </a:p>
          <a:p>
            <a:r>
              <a:rPr lang="en-GB" dirty="0"/>
              <a:t>Devices alone don't do much — they need to be connected meaningfully to create functionality.</a:t>
            </a:r>
          </a:p>
          <a:p>
            <a:endParaRPr lang="en-GB" b="1" dirty="0"/>
          </a:p>
          <a:p>
            <a:r>
              <a:rPr lang="en-GB" b="1" dirty="0"/>
              <a:t>2. CIRCUIT</a:t>
            </a:r>
            <a:br>
              <a:rPr lang="en-GB" dirty="0"/>
            </a:br>
            <a:r>
              <a:rPr lang="en-GB" dirty="0"/>
              <a:t>A </a:t>
            </a:r>
            <a:r>
              <a:rPr lang="en-GB" b="1" dirty="0"/>
              <a:t>Circuit</a:t>
            </a:r>
            <a:r>
              <a:rPr lang="en-GB" dirty="0"/>
              <a:t> is a meaningful interconnection of devices designed to perform a specific electrical function.</a:t>
            </a:r>
          </a:p>
          <a:p>
            <a:pPr>
              <a:buFont typeface="Arial" panose="020B0604020202020204" pitchFamily="34" charset="0"/>
              <a:buChar char="•"/>
            </a:pPr>
            <a:r>
              <a:rPr lang="en-GB" dirty="0"/>
              <a:t>A circuit is </a:t>
            </a:r>
            <a:r>
              <a:rPr lang="en-GB" b="1" dirty="0"/>
              <a:t>more than just a collection of devices</a:t>
            </a:r>
            <a:r>
              <a:rPr lang="en-GB" dirty="0"/>
              <a:t>; it has a purpose.</a:t>
            </a:r>
          </a:p>
          <a:p>
            <a:pPr>
              <a:buFont typeface="Arial" panose="020B0604020202020204" pitchFamily="34" charset="0"/>
              <a:buChar char="•"/>
            </a:pPr>
            <a:r>
              <a:rPr lang="en-GB" dirty="0"/>
              <a:t>It can be </a:t>
            </a:r>
            <a:r>
              <a:rPr lang="en-GB" dirty="0" err="1"/>
              <a:t>analog</a:t>
            </a:r>
            <a:r>
              <a:rPr lang="en-GB" dirty="0"/>
              <a:t> or digital, simple or complex.</a:t>
            </a:r>
          </a:p>
          <a:p>
            <a:r>
              <a:rPr lang="en-GB" b="1" dirty="0"/>
              <a:t>Examples:</a:t>
            </a:r>
            <a:endParaRPr lang="en-GB" dirty="0"/>
          </a:p>
          <a:p>
            <a:pPr>
              <a:buFont typeface="Arial" panose="020B0604020202020204" pitchFamily="34" charset="0"/>
              <a:buChar char="•"/>
            </a:pPr>
            <a:r>
              <a:rPr lang="en-GB" dirty="0"/>
              <a:t>A </a:t>
            </a:r>
            <a:r>
              <a:rPr lang="en-GB" b="1" dirty="0"/>
              <a:t>low-pass filter</a:t>
            </a:r>
            <a:r>
              <a:rPr lang="en-GB" dirty="0"/>
              <a:t> made of a resistor and capacitor.</a:t>
            </a:r>
          </a:p>
          <a:p>
            <a:pPr>
              <a:buFont typeface="Arial" panose="020B0604020202020204" pitchFamily="34" charset="0"/>
              <a:buChar char="•"/>
            </a:pPr>
            <a:r>
              <a:rPr lang="en-GB" dirty="0"/>
              <a:t>An </a:t>
            </a:r>
            <a:r>
              <a:rPr lang="en-GB" b="1" dirty="0"/>
              <a:t>amplifier</a:t>
            </a:r>
            <a:r>
              <a:rPr lang="en-GB" dirty="0"/>
              <a:t> made using transistors and resistors.</a:t>
            </a:r>
          </a:p>
          <a:p>
            <a:pPr>
              <a:buFont typeface="Arial" panose="020B0604020202020204" pitchFamily="34" charset="0"/>
              <a:buChar char="•"/>
            </a:pPr>
            <a:r>
              <a:rPr lang="en-GB" dirty="0"/>
              <a:t>A </a:t>
            </a:r>
            <a:r>
              <a:rPr lang="en-GB" b="1" dirty="0"/>
              <a:t>power supply</a:t>
            </a:r>
            <a:r>
              <a:rPr lang="en-GB" dirty="0"/>
              <a:t> circuit that regulates voltage.</a:t>
            </a:r>
          </a:p>
          <a:p>
            <a:endParaRPr lang="en-GB" b="1" dirty="0"/>
          </a:p>
          <a:p>
            <a:r>
              <a:rPr lang="en-GB" b="1" dirty="0"/>
              <a:t>3. SYSTEM</a:t>
            </a:r>
            <a:br>
              <a:rPr lang="en-GB" dirty="0"/>
            </a:br>
            <a:r>
              <a:rPr lang="en-GB" dirty="0"/>
              <a:t>A </a:t>
            </a:r>
            <a:r>
              <a:rPr lang="en-GB" b="1" dirty="0"/>
              <a:t>System</a:t>
            </a:r>
            <a:r>
              <a:rPr lang="en-GB" dirty="0"/>
              <a:t> is a higher-level structure that combines multiple circuits and devices — possibly including both electrical and non-electrical components — to perform a </a:t>
            </a:r>
            <a:r>
              <a:rPr lang="en-GB" b="1" dirty="0"/>
              <a:t>complete and complex function</a:t>
            </a:r>
            <a:r>
              <a:rPr lang="en-GB" dirty="0"/>
              <a:t>.</a:t>
            </a:r>
          </a:p>
          <a:p>
            <a:pPr>
              <a:buFont typeface="Arial" panose="020B0604020202020204" pitchFamily="34" charset="0"/>
              <a:buChar char="•"/>
            </a:pPr>
            <a:r>
              <a:rPr lang="en-GB" dirty="0"/>
              <a:t>Systems can include sensors, actuators, software, user interfaces, etc.</a:t>
            </a:r>
          </a:p>
          <a:p>
            <a:pPr>
              <a:buFont typeface="Arial" panose="020B0604020202020204" pitchFamily="34" charset="0"/>
              <a:buChar char="•"/>
            </a:pPr>
            <a:r>
              <a:rPr lang="en-GB" dirty="0"/>
              <a:t>Focus is on overall </a:t>
            </a:r>
            <a:r>
              <a:rPr lang="en-GB" dirty="0" err="1"/>
              <a:t>behavior</a:t>
            </a:r>
            <a:r>
              <a:rPr lang="en-GB" dirty="0"/>
              <a:t>, input/output functionality, and interaction with the environment.</a:t>
            </a:r>
          </a:p>
          <a:p>
            <a:r>
              <a:rPr lang="en-GB" b="1" dirty="0"/>
              <a:t>Examples:</a:t>
            </a:r>
            <a:endParaRPr lang="en-GB" dirty="0"/>
          </a:p>
          <a:p>
            <a:pPr>
              <a:buFont typeface="Arial" panose="020B0604020202020204" pitchFamily="34" charset="0"/>
              <a:buChar char="•"/>
            </a:pPr>
            <a:r>
              <a:rPr lang="en-GB" dirty="0"/>
              <a:t>A </a:t>
            </a:r>
            <a:r>
              <a:rPr lang="en-GB" b="1" dirty="0"/>
              <a:t>robotic arm</a:t>
            </a:r>
            <a:r>
              <a:rPr lang="en-GB" dirty="0"/>
              <a:t> – combines motors (electromechanical devices), control circuits, sensors, and software.</a:t>
            </a:r>
          </a:p>
          <a:p>
            <a:pPr>
              <a:buFont typeface="Arial" panose="020B0604020202020204" pitchFamily="34" charset="0"/>
              <a:buChar char="•"/>
            </a:pPr>
            <a:r>
              <a:rPr lang="en-GB" dirty="0"/>
              <a:t>A </a:t>
            </a:r>
            <a:r>
              <a:rPr lang="en-GB" b="1" dirty="0"/>
              <a:t>communication system</a:t>
            </a:r>
            <a:r>
              <a:rPr lang="en-GB" dirty="0"/>
              <a:t> – consists of transmitters, receivers, antennas, signal processors.</a:t>
            </a:r>
          </a:p>
          <a:p>
            <a:pPr>
              <a:buFont typeface="Arial" panose="020B0604020202020204" pitchFamily="34" charset="0"/>
              <a:buChar char="•"/>
            </a:pPr>
            <a:r>
              <a:rPr lang="en-GB" dirty="0"/>
              <a:t>A </a:t>
            </a:r>
            <a:r>
              <a:rPr lang="en-GB" b="1" dirty="0"/>
              <a:t>mobile phone</a:t>
            </a:r>
            <a:r>
              <a:rPr lang="en-GB" dirty="0"/>
              <a:t> – integrates power management, signal processing, RF communication, user interface, etc.</a:t>
            </a:r>
          </a:p>
          <a:p>
            <a:endParaRPr lang="en-GB" dirty="0"/>
          </a:p>
          <a:p>
            <a:r>
              <a:rPr lang="en-GB" dirty="0"/>
              <a:t>Systems = </a:t>
            </a:r>
            <a:r>
              <a:rPr lang="en-GB" b="1" dirty="0"/>
              <a:t>Circuits + Devices + Interfaces</a:t>
            </a:r>
            <a:r>
              <a:rPr lang="en-GB" dirty="0"/>
              <a:t> (may include software, mechanical parts, etc.</a:t>
            </a:r>
          </a:p>
        </p:txBody>
      </p:sp>
      <p:sp>
        <p:nvSpPr>
          <p:cNvPr id="4" name="Slide Number Placeholder 3"/>
          <p:cNvSpPr>
            <a:spLocks noGrp="1"/>
          </p:cNvSpPr>
          <p:nvPr>
            <p:ph type="sldNum" sz="quarter" idx="5"/>
          </p:nvPr>
        </p:nvSpPr>
        <p:spPr/>
        <p:txBody>
          <a:bodyPr/>
          <a:lstStyle/>
          <a:p>
            <a:fld id="{35DCCC6F-D71C-43FE-B589-BB073785CCC8}" type="slidenum">
              <a:rPr lang="en-US" smtClean="0"/>
              <a:t>4</a:t>
            </a:fld>
            <a:endParaRPr lang="en-US"/>
          </a:p>
        </p:txBody>
      </p:sp>
    </p:spTree>
    <p:extLst>
      <p:ext uri="{BB962C8B-B14F-4D97-AF65-F5344CB8AC3E}">
        <p14:creationId xmlns:p14="http://schemas.microsoft.com/office/powerpoint/2010/main" val="29841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"Electrical Circuits seem to be everywhere!“ </a:t>
            </a:r>
            <a:r>
              <a:rPr lang="en-GB" dirty="0"/>
              <a:t>— electrical circuits are </a:t>
            </a:r>
            <a:r>
              <a:rPr lang="en-GB" b="1" dirty="0"/>
              <a:t>embedded in nearly every aspect of modern life.</a:t>
            </a:r>
            <a:r>
              <a:rPr lang="en-GB" dirty="0"/>
              <a:t> </a:t>
            </a:r>
          </a:p>
          <a:p>
            <a:endParaRPr lang="en-GB" b="1" dirty="0"/>
          </a:p>
          <a:p>
            <a:r>
              <a:rPr lang="en-GB" b="1" dirty="0"/>
              <a:t>1. Smartphones</a:t>
            </a:r>
          </a:p>
          <a:p>
            <a:r>
              <a:rPr lang="en-GB" dirty="0"/>
              <a:t>Smartphones are </a:t>
            </a:r>
            <a:r>
              <a:rPr lang="en-GB" b="1" dirty="0"/>
              <a:t>complex electronic systems</a:t>
            </a:r>
            <a:r>
              <a:rPr lang="en-GB" dirty="0"/>
              <a:t> made up of countless electrical circuits and devices:</a:t>
            </a:r>
          </a:p>
          <a:p>
            <a:pPr>
              <a:buFont typeface="Arial" panose="020B0604020202020204" pitchFamily="34" charset="0"/>
              <a:buNone/>
            </a:pPr>
            <a:r>
              <a:rPr lang="en-GB" b="1" dirty="0"/>
              <a:t>Circuits in action</a:t>
            </a:r>
            <a:r>
              <a:rPr lang="en-GB" dirty="0"/>
              <a:t>: Signal processing, power management, memory, and display control.</a:t>
            </a:r>
          </a:p>
          <a:p>
            <a:pPr>
              <a:buFont typeface="Arial" panose="020B0604020202020204" pitchFamily="34" charset="0"/>
              <a:buNone/>
            </a:pPr>
            <a:r>
              <a:rPr lang="en-GB" b="1" dirty="0"/>
              <a:t>Devices used</a:t>
            </a:r>
            <a:r>
              <a:rPr lang="en-GB" dirty="0"/>
              <a:t>: Microprocessors, sensors, amplifiers, antennas, and batteries.</a:t>
            </a:r>
          </a:p>
          <a:p>
            <a:pPr>
              <a:buFont typeface="Arial" panose="020B0604020202020204" pitchFamily="34" charset="0"/>
              <a:buNone/>
            </a:pPr>
            <a:r>
              <a:rPr lang="en-GB" b="1" dirty="0"/>
              <a:t>Functionality enabled by circuits</a:t>
            </a:r>
            <a:r>
              <a:rPr lang="en-GB" dirty="0"/>
              <a:t>: Touchscreen interaction, wireless communication (Wi-Fi, 4G/5G), cameras, and GPS.</a:t>
            </a:r>
          </a:p>
          <a:p>
            <a:endParaRPr lang="en-GB" b="1" dirty="0"/>
          </a:p>
          <a:p>
            <a:r>
              <a:rPr lang="en-GB" b="1" dirty="0"/>
              <a:t>2. Medical Equipment</a:t>
            </a:r>
          </a:p>
          <a:p>
            <a:r>
              <a:rPr lang="en-GB" dirty="0"/>
              <a:t>Modern healthcare depends heavily on electronic circuits:</a:t>
            </a:r>
          </a:p>
          <a:p>
            <a:pPr>
              <a:buFont typeface="Arial" panose="020B0604020202020204" pitchFamily="34" charset="0"/>
              <a:buNone/>
            </a:pPr>
            <a:r>
              <a:rPr lang="en-GB" b="1" dirty="0"/>
              <a:t>Circuits in action</a:t>
            </a:r>
            <a:r>
              <a:rPr lang="en-GB" dirty="0"/>
              <a:t>: Monitoring vital signs like ECG, EEG, oxygen levels, and more.</a:t>
            </a:r>
          </a:p>
          <a:p>
            <a:pPr>
              <a:buFont typeface="Arial" panose="020B0604020202020204" pitchFamily="34" charset="0"/>
              <a:buNone/>
            </a:pPr>
            <a:r>
              <a:rPr lang="en-GB" b="1" dirty="0"/>
              <a:t>Devices used</a:t>
            </a:r>
            <a:r>
              <a:rPr lang="en-GB" dirty="0"/>
              <a:t>: Bio-sensors, amplifiers, </a:t>
            </a:r>
            <a:r>
              <a:rPr lang="en-GB" dirty="0" err="1"/>
              <a:t>analog</a:t>
            </a:r>
            <a:r>
              <a:rPr lang="en-GB" dirty="0"/>
              <a:t>-to-digital converters.</a:t>
            </a:r>
          </a:p>
          <a:p>
            <a:pPr>
              <a:buFont typeface="Arial" panose="020B0604020202020204" pitchFamily="34" charset="0"/>
              <a:buNone/>
            </a:pPr>
            <a:r>
              <a:rPr lang="en-GB" b="1" dirty="0"/>
              <a:t>Functionality enabled</a:t>
            </a:r>
            <a:r>
              <a:rPr lang="en-GB" dirty="0"/>
              <a:t>: Real-time monitoring, diagnostics, and life-support systems.</a:t>
            </a:r>
          </a:p>
          <a:p>
            <a:endParaRPr lang="en-GB" dirty="0"/>
          </a:p>
          <a:p>
            <a:r>
              <a:rPr lang="en-GB" b="1" dirty="0"/>
              <a:t>3. Power Transmission</a:t>
            </a:r>
          </a:p>
          <a:p>
            <a:r>
              <a:rPr lang="en-GB" dirty="0"/>
              <a:t>This relates to the </a:t>
            </a:r>
            <a:r>
              <a:rPr lang="en-GB" b="1" dirty="0"/>
              <a:t>energy aspect of electrical engineering</a:t>
            </a:r>
            <a:r>
              <a:rPr lang="en-GB" dirty="0"/>
              <a:t>:</a:t>
            </a:r>
          </a:p>
          <a:p>
            <a:pPr>
              <a:buFont typeface="Arial" panose="020B0604020202020204" pitchFamily="34" charset="0"/>
              <a:buNone/>
            </a:pPr>
            <a:r>
              <a:rPr lang="en-GB" b="1" dirty="0"/>
              <a:t>Circuits in action</a:t>
            </a:r>
            <a:r>
              <a:rPr lang="en-GB" dirty="0"/>
              <a:t>: High-voltage power transmission lines and control systems.</a:t>
            </a:r>
          </a:p>
          <a:p>
            <a:pPr>
              <a:buFont typeface="Arial" panose="020B0604020202020204" pitchFamily="34" charset="0"/>
              <a:buNone/>
            </a:pPr>
            <a:r>
              <a:rPr lang="en-GB" b="1" dirty="0"/>
              <a:t>Devices used</a:t>
            </a:r>
            <a:r>
              <a:rPr lang="en-GB" dirty="0"/>
              <a:t>: Transformers, circuit breakers, relays, and SCADA systems.</a:t>
            </a:r>
          </a:p>
          <a:p>
            <a:pPr>
              <a:buFont typeface="Arial" panose="020B0604020202020204" pitchFamily="34" charset="0"/>
              <a:buNone/>
            </a:pPr>
            <a:r>
              <a:rPr lang="en-GB" b="1" dirty="0"/>
              <a:t>Functionality enabled</a:t>
            </a:r>
            <a:r>
              <a:rPr lang="en-GB" dirty="0"/>
              <a:t>: Efficient delivery of electricity from generation plants to homes and industries.</a:t>
            </a:r>
          </a:p>
          <a:p>
            <a:endParaRPr lang="en-GB" dirty="0"/>
          </a:p>
          <a:p>
            <a:r>
              <a:rPr lang="en-GB" b="1" dirty="0"/>
              <a:t>4. Electric Vehicles</a:t>
            </a:r>
          </a:p>
          <a:p>
            <a:r>
              <a:rPr lang="en-GB" dirty="0"/>
              <a:t>Electric cars are </a:t>
            </a:r>
            <a:r>
              <a:rPr lang="en-GB" b="1" dirty="0"/>
              <a:t>electronics on wheels</a:t>
            </a:r>
            <a:r>
              <a:rPr lang="en-GB" dirty="0"/>
              <a:t>:</a:t>
            </a:r>
          </a:p>
          <a:p>
            <a:pPr>
              <a:buFont typeface="Arial" panose="020B0604020202020204" pitchFamily="34" charset="0"/>
              <a:buNone/>
            </a:pPr>
            <a:r>
              <a:rPr lang="en-GB" b="1" dirty="0"/>
              <a:t>Circuits in action</a:t>
            </a:r>
            <a:r>
              <a:rPr lang="en-GB" dirty="0"/>
              <a:t>: Battery management, motor control, power conversion, autonomous driving.</a:t>
            </a:r>
          </a:p>
          <a:p>
            <a:pPr>
              <a:buFont typeface="Arial" panose="020B0604020202020204" pitchFamily="34" charset="0"/>
              <a:buNone/>
            </a:pPr>
            <a:r>
              <a:rPr lang="en-GB" b="1" dirty="0"/>
              <a:t>Devices used</a:t>
            </a:r>
            <a:r>
              <a:rPr lang="en-GB" dirty="0"/>
              <a:t>: Power MOSFETs/IGBTs, sensors, microcontrollers.</a:t>
            </a:r>
          </a:p>
          <a:p>
            <a:pPr>
              <a:buFont typeface="Arial" panose="020B0604020202020204" pitchFamily="34" charset="0"/>
              <a:buNone/>
            </a:pPr>
            <a:r>
              <a:rPr lang="en-GB" b="1" dirty="0"/>
              <a:t>Functionality enabled</a:t>
            </a:r>
            <a:r>
              <a:rPr lang="en-GB" dirty="0"/>
              <a:t>: Energy-efficient transport, regenerative braking, infotainment, ADAS.</a:t>
            </a:r>
          </a:p>
          <a:p>
            <a:endParaRPr lang="en-GB" b="1" dirty="0"/>
          </a:p>
          <a:p>
            <a:r>
              <a:rPr lang="en-GB" b="1" dirty="0"/>
              <a:t>5. Aircraft</a:t>
            </a:r>
          </a:p>
          <a:p>
            <a:r>
              <a:rPr lang="en-GB" dirty="0"/>
              <a:t>Modern airplanes are flying examples of advanced electrical engineering:</a:t>
            </a:r>
          </a:p>
          <a:p>
            <a:pPr>
              <a:buFont typeface="Arial" panose="020B0604020202020204" pitchFamily="34" charset="0"/>
              <a:buNone/>
            </a:pPr>
            <a:r>
              <a:rPr lang="en-GB" b="1" dirty="0"/>
              <a:t>Circuits in action</a:t>
            </a:r>
            <a:r>
              <a:rPr lang="en-GB" dirty="0"/>
              <a:t>: Navigation, communication, fly-by-wire control systems.</a:t>
            </a:r>
          </a:p>
          <a:p>
            <a:pPr>
              <a:buFont typeface="Arial" panose="020B0604020202020204" pitchFamily="34" charset="0"/>
              <a:buNone/>
            </a:pPr>
            <a:r>
              <a:rPr lang="en-GB" b="1" dirty="0"/>
              <a:t>Devices used</a:t>
            </a:r>
            <a:r>
              <a:rPr lang="en-GB" dirty="0"/>
              <a:t>: Inertial measurement units, radar systems, GPS, actuators.</a:t>
            </a:r>
          </a:p>
          <a:p>
            <a:pPr>
              <a:buFont typeface="Arial" panose="020B0604020202020204" pitchFamily="34" charset="0"/>
              <a:buNone/>
            </a:pPr>
            <a:r>
              <a:rPr lang="en-GB" b="1" dirty="0"/>
              <a:t>Functionality enabled</a:t>
            </a:r>
            <a:r>
              <a:rPr lang="en-GB" dirty="0"/>
              <a:t>: Precise flight control, communication, safety systems.</a:t>
            </a:r>
          </a:p>
          <a:p>
            <a:endParaRPr lang="en-GB" dirty="0"/>
          </a:p>
          <a:p>
            <a:r>
              <a:rPr lang="en-GB" b="1" dirty="0"/>
              <a:t>6. Robots</a:t>
            </a:r>
          </a:p>
          <a:p>
            <a:r>
              <a:rPr lang="en-GB" dirty="0"/>
              <a:t>Robots are physical systems controlled by circuits and code:</a:t>
            </a:r>
          </a:p>
          <a:p>
            <a:pPr>
              <a:buFont typeface="Arial" panose="020B0604020202020204" pitchFamily="34" charset="0"/>
              <a:buNone/>
            </a:pPr>
            <a:r>
              <a:rPr lang="en-GB" b="1" dirty="0"/>
              <a:t>Circuits in action</a:t>
            </a:r>
            <a:r>
              <a:rPr lang="en-GB" dirty="0"/>
              <a:t>: Motion control, sensor input processing, AI decision-making.</a:t>
            </a:r>
          </a:p>
          <a:p>
            <a:pPr>
              <a:buFont typeface="Arial" panose="020B0604020202020204" pitchFamily="34" charset="0"/>
              <a:buNone/>
            </a:pPr>
            <a:r>
              <a:rPr lang="en-GB" b="1" dirty="0"/>
              <a:t>Devices used</a:t>
            </a:r>
            <a:r>
              <a:rPr lang="en-GB" dirty="0"/>
              <a:t>: Motors, microcontrollers, cameras, servos, touch sensors.</a:t>
            </a:r>
          </a:p>
          <a:p>
            <a:pPr>
              <a:buFont typeface="Arial" panose="020B0604020202020204" pitchFamily="34" charset="0"/>
              <a:buNone/>
            </a:pPr>
            <a:r>
              <a:rPr lang="en-GB" b="1" dirty="0"/>
              <a:t>Functionality enabled</a:t>
            </a:r>
            <a:r>
              <a:rPr lang="en-GB" dirty="0"/>
              <a:t>: Interaction, movement, speech, facial recognition.</a:t>
            </a:r>
          </a:p>
        </p:txBody>
      </p:sp>
      <p:sp>
        <p:nvSpPr>
          <p:cNvPr id="4" name="Slide Number Placeholder 3"/>
          <p:cNvSpPr>
            <a:spLocks noGrp="1"/>
          </p:cNvSpPr>
          <p:nvPr>
            <p:ph type="sldNum" sz="quarter" idx="5"/>
          </p:nvPr>
        </p:nvSpPr>
        <p:spPr/>
        <p:txBody>
          <a:bodyPr/>
          <a:lstStyle/>
          <a:p>
            <a:fld id="{35DCCC6F-D71C-43FE-B589-BB073785CCC8}" type="slidenum">
              <a:rPr lang="en-US" smtClean="0"/>
              <a:t>5</a:t>
            </a:fld>
            <a:endParaRPr lang="en-US"/>
          </a:p>
        </p:txBody>
      </p:sp>
    </p:spTree>
    <p:extLst>
      <p:ext uri="{BB962C8B-B14F-4D97-AF65-F5344CB8AC3E}">
        <p14:creationId xmlns:p14="http://schemas.microsoft.com/office/powerpoint/2010/main" val="3151022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a:t>
            </a:r>
            <a:r>
              <a:rPr lang="en-GB" b="1" dirty="0"/>
              <a:t>circuit model</a:t>
            </a:r>
            <a:r>
              <a:rPr lang="en-GB" dirty="0"/>
              <a:t> is a simplified electrical representation of a physical device or system using ideal components like:</a:t>
            </a:r>
          </a:p>
          <a:p>
            <a:pPr>
              <a:buFont typeface="Arial" panose="020B0604020202020204" pitchFamily="34" charset="0"/>
              <a:buChar char="•"/>
            </a:pPr>
            <a:r>
              <a:rPr lang="en-GB" dirty="0"/>
              <a:t>Resistors (R)</a:t>
            </a:r>
          </a:p>
          <a:p>
            <a:pPr>
              <a:buFont typeface="Arial" panose="020B0604020202020204" pitchFamily="34" charset="0"/>
              <a:buChar char="•"/>
            </a:pPr>
            <a:r>
              <a:rPr lang="en-GB" dirty="0"/>
              <a:t>Inductors (L or X)</a:t>
            </a:r>
          </a:p>
          <a:p>
            <a:pPr>
              <a:buFont typeface="Arial" panose="020B0604020202020204" pitchFamily="34" charset="0"/>
              <a:buChar char="•"/>
            </a:pPr>
            <a:r>
              <a:rPr lang="en-GB" dirty="0"/>
              <a:t>Capacitors (C)</a:t>
            </a:r>
          </a:p>
          <a:p>
            <a:pPr>
              <a:buFont typeface="Arial" panose="020B0604020202020204" pitchFamily="34" charset="0"/>
              <a:buChar char="•"/>
            </a:pPr>
            <a:r>
              <a:rPr lang="en-GB" dirty="0"/>
              <a:t>Voltage or current sources</a:t>
            </a:r>
          </a:p>
          <a:p>
            <a:pPr>
              <a:buFont typeface="Arial" panose="020B0604020202020204" pitchFamily="34" charset="0"/>
              <a:buChar char="•"/>
            </a:pPr>
            <a:r>
              <a:rPr lang="en-GB" dirty="0"/>
              <a:t>Diodes, etc.</a:t>
            </a:r>
          </a:p>
          <a:p>
            <a:r>
              <a:rPr lang="en-GB" dirty="0"/>
              <a:t>Circuit models help engineers </a:t>
            </a:r>
            <a:r>
              <a:rPr lang="en-GB" b="1" dirty="0" err="1"/>
              <a:t>analyze</a:t>
            </a:r>
            <a:r>
              <a:rPr lang="en-GB" b="1" dirty="0"/>
              <a:t> and predict</a:t>
            </a:r>
            <a:r>
              <a:rPr lang="en-GB" dirty="0"/>
              <a:t> how a device will behave in an electrical network.</a:t>
            </a:r>
          </a:p>
          <a:p>
            <a:endParaRPr lang="en-GB" b="1" dirty="0"/>
          </a:p>
          <a:p>
            <a:r>
              <a:rPr lang="en-GB" b="1" dirty="0"/>
              <a:t>Transformer and Its Circuit Representation</a:t>
            </a:r>
          </a:p>
          <a:p>
            <a:r>
              <a:rPr lang="en-GB" b="1" dirty="0"/>
              <a:t>Real Component: Transformer</a:t>
            </a:r>
          </a:p>
          <a:p>
            <a:pPr>
              <a:buFont typeface="Arial" panose="020B0604020202020204" pitchFamily="34" charset="0"/>
              <a:buChar char="•"/>
            </a:pPr>
            <a:r>
              <a:rPr lang="en-GB" dirty="0"/>
              <a:t>A transformer is used to </a:t>
            </a:r>
            <a:r>
              <a:rPr lang="en-GB" b="1" dirty="0"/>
              <a:t>step up or step down voltage</a:t>
            </a:r>
            <a:r>
              <a:rPr lang="en-GB" dirty="0"/>
              <a:t> in AC systems.</a:t>
            </a:r>
          </a:p>
          <a:p>
            <a:pPr>
              <a:buFont typeface="Arial" panose="020B0604020202020204" pitchFamily="34" charset="0"/>
              <a:buChar char="•"/>
            </a:pPr>
            <a:r>
              <a:rPr lang="en-GB" dirty="0"/>
              <a:t>It works on the principle of </a:t>
            </a:r>
            <a:r>
              <a:rPr lang="en-GB" b="1" dirty="0"/>
              <a:t>electromagnetic induction</a:t>
            </a:r>
            <a:r>
              <a:rPr lang="en-GB" dirty="0"/>
              <a:t> between two coils (primary and secondary).</a:t>
            </a:r>
          </a:p>
          <a:p>
            <a:r>
              <a:rPr lang="en-GB" b="1" dirty="0"/>
              <a:t>Circuit Representation:</a:t>
            </a:r>
          </a:p>
          <a:p>
            <a:r>
              <a:rPr lang="en-GB" dirty="0"/>
              <a:t>The </a:t>
            </a:r>
            <a:r>
              <a:rPr lang="en-GB" b="1" dirty="0"/>
              <a:t>equivalent circuit</a:t>
            </a:r>
            <a:r>
              <a:rPr lang="en-GB" dirty="0"/>
              <a:t> of a transformer includes:</a:t>
            </a:r>
          </a:p>
          <a:p>
            <a:pPr>
              <a:buFont typeface="Arial" panose="020B0604020202020204" pitchFamily="34" charset="0"/>
              <a:buChar char="•"/>
            </a:pPr>
            <a:r>
              <a:rPr lang="en-GB" b="1" dirty="0"/>
              <a:t>Primary side components:</a:t>
            </a:r>
            <a:endParaRPr lang="en-GB" dirty="0"/>
          </a:p>
          <a:p>
            <a:pPr marL="742950" lvl="1" indent="-285750">
              <a:buFont typeface="Arial" panose="020B0604020202020204" pitchFamily="34" charset="0"/>
              <a:buChar char="•"/>
            </a:pPr>
            <a:r>
              <a:rPr lang="en-GB" dirty="0"/>
              <a:t>R1: Primary winding resistance</a:t>
            </a:r>
          </a:p>
          <a:p>
            <a:pPr marL="742950" lvl="1" indent="-285750">
              <a:buFont typeface="Arial" panose="020B0604020202020204" pitchFamily="34" charset="0"/>
              <a:buChar char="•"/>
            </a:pPr>
            <a:r>
              <a:rPr lang="en-GB" dirty="0"/>
              <a:t>X1: Primary leakage reactance</a:t>
            </a:r>
          </a:p>
          <a:p>
            <a:pPr marL="742950" lvl="1" indent="-285750">
              <a:buFont typeface="Arial" panose="020B0604020202020204" pitchFamily="34" charset="0"/>
              <a:buChar char="•"/>
            </a:pPr>
            <a:r>
              <a:rPr lang="en-GB" dirty="0"/>
              <a:t>R0: Core loss resistance</a:t>
            </a:r>
          </a:p>
          <a:p>
            <a:pPr marL="742950" lvl="1" indent="-285750">
              <a:buFont typeface="Arial" panose="020B0604020202020204" pitchFamily="34" charset="0"/>
              <a:buChar char="•"/>
            </a:pPr>
            <a:r>
              <a:rPr lang="en-GB" dirty="0"/>
              <a:t>X0: Magnetizing reactance</a:t>
            </a:r>
          </a:p>
          <a:p>
            <a:pPr>
              <a:buFont typeface="Arial" panose="020B0604020202020204" pitchFamily="34" charset="0"/>
              <a:buChar char="•"/>
            </a:pPr>
            <a:r>
              <a:rPr lang="en-GB" b="1" dirty="0"/>
              <a:t>Secondary side components:</a:t>
            </a:r>
            <a:endParaRPr lang="en-GB" dirty="0"/>
          </a:p>
          <a:p>
            <a:pPr marL="742950" lvl="1" indent="-285750">
              <a:buFont typeface="Arial" panose="020B0604020202020204" pitchFamily="34" charset="0"/>
              <a:buChar char="•"/>
            </a:pPr>
            <a:r>
              <a:rPr lang="en-GB" dirty="0"/>
              <a:t>R2: Secondary winding resistance</a:t>
            </a:r>
          </a:p>
          <a:p>
            <a:pPr marL="742950" lvl="1" indent="-285750">
              <a:buFont typeface="Arial" panose="020B0604020202020204" pitchFamily="34" charset="0"/>
              <a:buChar char="•"/>
            </a:pPr>
            <a:r>
              <a:rPr lang="en-GB" dirty="0"/>
              <a:t>X2: Secondary leakage reactance</a:t>
            </a:r>
          </a:p>
          <a:p>
            <a:pPr marL="742950" lvl="1" indent="-285750">
              <a:buFont typeface="Arial" panose="020B0604020202020204" pitchFamily="34" charset="0"/>
              <a:buChar char="•"/>
            </a:pPr>
            <a:r>
              <a:rPr lang="en-GB" dirty="0"/>
              <a:t>Load resistance connected across V2</a:t>
            </a:r>
            <a:endParaRPr lang="en-GB" b="1" dirty="0"/>
          </a:p>
          <a:p>
            <a:r>
              <a:rPr lang="en-GB" b="1" dirty="0"/>
              <a:t>Why this model is useful:</a:t>
            </a:r>
          </a:p>
          <a:p>
            <a:pPr>
              <a:buFont typeface="Arial" panose="020B0604020202020204" pitchFamily="34" charset="0"/>
              <a:buChar char="•"/>
            </a:pPr>
            <a:r>
              <a:rPr lang="en-GB" dirty="0"/>
              <a:t>It enables </a:t>
            </a:r>
            <a:r>
              <a:rPr lang="en-GB" b="1" dirty="0"/>
              <a:t>accurate analysis</a:t>
            </a:r>
            <a:r>
              <a:rPr lang="en-GB" dirty="0"/>
              <a:t> of voltage regulation, losses, efficiency, and </a:t>
            </a:r>
            <a:r>
              <a:rPr lang="en-GB" dirty="0" err="1"/>
              <a:t>behavior</a:t>
            </a:r>
            <a:r>
              <a:rPr lang="en-GB" dirty="0"/>
              <a:t> under different load conditions — without physically testing the transformer in all possible cases.</a:t>
            </a:r>
          </a:p>
          <a:p>
            <a:endParaRPr lang="en-GB" b="1" dirty="0"/>
          </a:p>
          <a:p>
            <a:r>
              <a:rPr lang="en-GB" b="1" dirty="0"/>
              <a:t>Bridge Rectifier and Its Equivalent Circuit</a:t>
            </a:r>
          </a:p>
          <a:p>
            <a:r>
              <a:rPr lang="en-GB" b="1" dirty="0"/>
              <a:t>Real Component: Bridge Rectifier</a:t>
            </a:r>
          </a:p>
          <a:p>
            <a:pPr>
              <a:buFont typeface="Arial" panose="020B0604020202020204" pitchFamily="34" charset="0"/>
              <a:buChar char="•"/>
            </a:pPr>
            <a:r>
              <a:rPr lang="en-GB" dirty="0"/>
              <a:t>Converts </a:t>
            </a:r>
            <a:r>
              <a:rPr lang="en-GB" b="1" dirty="0"/>
              <a:t>AC (Alternating Current)</a:t>
            </a:r>
            <a:r>
              <a:rPr lang="en-GB" dirty="0"/>
              <a:t> into </a:t>
            </a:r>
            <a:r>
              <a:rPr lang="en-GB" b="1" dirty="0"/>
              <a:t>DC (Direct Current)</a:t>
            </a:r>
            <a:r>
              <a:rPr lang="en-GB" dirty="0"/>
              <a:t>.</a:t>
            </a:r>
          </a:p>
          <a:p>
            <a:pPr>
              <a:buFont typeface="Arial" panose="020B0604020202020204" pitchFamily="34" charset="0"/>
              <a:buChar char="•"/>
            </a:pPr>
            <a:r>
              <a:rPr lang="en-GB" dirty="0"/>
              <a:t>Uses </a:t>
            </a:r>
            <a:r>
              <a:rPr lang="en-GB" b="1" dirty="0"/>
              <a:t>4 diodes</a:t>
            </a:r>
            <a:r>
              <a:rPr lang="en-GB" dirty="0"/>
              <a:t> arranged in a bridge configuration.</a:t>
            </a:r>
          </a:p>
          <a:p>
            <a:r>
              <a:rPr lang="en-GB" b="1" dirty="0"/>
              <a:t>Equivalent Circuit:</a:t>
            </a:r>
          </a:p>
          <a:p>
            <a:pPr>
              <a:buFont typeface="Arial" panose="020B0604020202020204" pitchFamily="34" charset="0"/>
              <a:buChar char="•"/>
            </a:pPr>
            <a:r>
              <a:rPr lang="en-GB" dirty="0"/>
              <a:t>Shows 4 diodes (D1, D2, D3, D4) arranged in a bridge.</a:t>
            </a:r>
          </a:p>
          <a:p>
            <a:pPr>
              <a:buFont typeface="Arial" panose="020B0604020202020204" pitchFamily="34" charset="0"/>
              <a:buChar char="•"/>
            </a:pPr>
            <a:r>
              <a:rPr lang="en-GB" dirty="0"/>
              <a:t>Converts sinusoidal AC input into pulsating DC.</a:t>
            </a:r>
          </a:p>
          <a:p>
            <a:pPr>
              <a:buFont typeface="Arial" panose="020B0604020202020204" pitchFamily="34" charset="0"/>
              <a:buChar char="•"/>
            </a:pPr>
            <a:r>
              <a:rPr lang="en-GB" dirty="0"/>
              <a:t>Output is connected to a load (resistor).</a:t>
            </a:r>
          </a:p>
          <a:p>
            <a:r>
              <a:rPr lang="en-GB" b="1" dirty="0"/>
              <a:t>Why this model is useful:</a:t>
            </a:r>
          </a:p>
          <a:p>
            <a:pPr>
              <a:buFont typeface="Arial" panose="020B0604020202020204" pitchFamily="34" charset="0"/>
              <a:buChar char="•"/>
            </a:pPr>
            <a:r>
              <a:rPr lang="en-GB" dirty="0"/>
              <a:t>Helps in understanding the </a:t>
            </a:r>
            <a:r>
              <a:rPr lang="en-GB" b="1" dirty="0"/>
              <a:t>rectification process</a:t>
            </a:r>
            <a:r>
              <a:rPr lang="en-GB" dirty="0"/>
              <a:t>, calculating:</a:t>
            </a:r>
          </a:p>
          <a:p>
            <a:pPr marL="742950" lvl="1" indent="-285750">
              <a:buFont typeface="Arial" panose="020B0604020202020204" pitchFamily="34" charset="0"/>
              <a:buChar char="•"/>
            </a:pPr>
            <a:r>
              <a:rPr lang="en-GB" dirty="0"/>
              <a:t>Peak Output Voltage</a:t>
            </a:r>
          </a:p>
          <a:p>
            <a:pPr marL="742950" lvl="1" indent="-285750">
              <a:buFont typeface="Arial" panose="020B0604020202020204" pitchFamily="34" charset="0"/>
              <a:buChar char="•"/>
            </a:pPr>
            <a:r>
              <a:rPr lang="en-GB" dirty="0"/>
              <a:t>Ripple</a:t>
            </a:r>
          </a:p>
          <a:p>
            <a:pPr marL="742950" lvl="1" indent="-285750">
              <a:buFont typeface="Arial" panose="020B0604020202020204" pitchFamily="34" charset="0"/>
              <a:buChar char="•"/>
            </a:pPr>
            <a:r>
              <a:rPr lang="en-GB" dirty="0"/>
              <a:t>Current flow through each diode</a:t>
            </a:r>
          </a:p>
          <a:p>
            <a:pPr>
              <a:buFont typeface="Arial" panose="020B0604020202020204" pitchFamily="34" charset="0"/>
              <a:buChar char="•"/>
            </a:pPr>
            <a:r>
              <a:rPr lang="en-GB" dirty="0"/>
              <a:t>Essential for designing </a:t>
            </a:r>
            <a:r>
              <a:rPr lang="en-GB" b="1" dirty="0"/>
              <a:t>power supply units</a:t>
            </a:r>
            <a:endParaRPr lang="en-GB" dirty="0"/>
          </a:p>
        </p:txBody>
      </p:sp>
      <p:sp>
        <p:nvSpPr>
          <p:cNvPr id="4" name="Slide Number Placeholder 3"/>
          <p:cNvSpPr>
            <a:spLocks noGrp="1"/>
          </p:cNvSpPr>
          <p:nvPr>
            <p:ph type="sldNum" sz="quarter" idx="5"/>
          </p:nvPr>
        </p:nvSpPr>
        <p:spPr/>
        <p:txBody>
          <a:bodyPr/>
          <a:lstStyle/>
          <a:p>
            <a:fld id="{35DCCC6F-D71C-43FE-B589-BB073785CCC8}" type="slidenum">
              <a:rPr lang="en-US" smtClean="0"/>
              <a:t>6</a:t>
            </a:fld>
            <a:endParaRPr lang="en-US"/>
          </a:p>
        </p:txBody>
      </p:sp>
    </p:spTree>
    <p:extLst>
      <p:ext uri="{BB962C8B-B14F-4D97-AF65-F5344CB8AC3E}">
        <p14:creationId xmlns:p14="http://schemas.microsoft.com/office/powerpoint/2010/main" val="2876206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GB" b="1" dirty="0"/>
                  <a:t>1. Force</a:t>
                </a:r>
                <a:br>
                  <a:rPr lang="en-GB" dirty="0"/>
                </a:br>
                <a:r>
                  <a:rPr lang="en-GB" b="0" dirty="0"/>
                  <a:t>Force is the product of mass (m) and acceleration (a).</a:t>
                </a:r>
              </a:p>
              <a:p>
                <a:pPr>
                  <a:buFont typeface="Arial" panose="020B0604020202020204" pitchFamily="34" charset="0"/>
                  <a:buNone/>
                </a:pPr>
                <a:r>
                  <a:rPr lang="en-GB" b="0" dirty="0"/>
                  <a:t>Unit: Newton (N)</a:t>
                </a:r>
                <a:br>
                  <a:rPr lang="en-GB" b="0" dirty="0"/>
                </a:br>
                <a:endParaRPr lang="en-GB" b="1" dirty="0"/>
              </a:p>
              <a:p>
                <a:r>
                  <a:rPr lang="en-GB" b="1" dirty="0"/>
                  <a:t>2. Energy</a:t>
                </a:r>
              </a:p>
              <a:p>
                <a:pPr>
                  <a:buFont typeface="Arial" panose="020B0604020202020204" pitchFamily="34" charset="0"/>
                  <a:buNone/>
                </a:pPr>
                <a:r>
                  <a:rPr lang="en-GB" b="0" dirty="0"/>
                  <a:t>The capacity to do work.</a:t>
                </a:r>
              </a:p>
              <a:p>
                <a:pPr>
                  <a:buFont typeface="Arial" panose="020B0604020202020204" pitchFamily="34" charset="0"/>
                  <a:buNone/>
                </a:pPr>
                <a:r>
                  <a:rPr lang="en-GB" b="0" dirty="0"/>
                  <a:t>Unit: Joule (J)</a:t>
                </a:r>
                <a:br>
                  <a:rPr lang="en-GB" b="0" dirty="0"/>
                </a:br>
                <a:r>
                  <a:rPr lang="en-GB" dirty="0"/>
                  <a:t>In electrical systems, energy appears as stored energy in capacitors, batteries, or magnetic fields in inductors.</a:t>
                </a:r>
              </a:p>
              <a:p>
                <a:endParaRPr lang="en-GB" b="1" dirty="0"/>
              </a:p>
              <a:p>
                <a:r>
                  <a:rPr lang="en-GB" b="1" dirty="0"/>
                  <a:t>3. Power</a:t>
                </a:r>
              </a:p>
              <a:p>
                <a:pPr>
                  <a:buFont typeface="Arial" panose="020B0604020202020204" pitchFamily="34" charset="0"/>
                  <a:buNone/>
                </a:pPr>
                <a:r>
                  <a:rPr lang="en-GB" b="0" dirty="0"/>
                  <a:t>The rate at which work is done or energy is transferred.</a:t>
                </a:r>
              </a:p>
              <a:p>
                <a:pPr>
                  <a:buFont typeface="Arial" panose="020B0604020202020204" pitchFamily="34" charset="0"/>
                  <a:buNone/>
                </a:pPr>
                <a:r>
                  <a:rPr lang="en-GB" b="0" dirty="0"/>
                  <a:t>Unit: Joule/second (J/s), which is also called a Watt (W)</a:t>
                </a:r>
              </a:p>
              <a:p>
                <a:endParaRPr lang="en-GB" b="1" dirty="0"/>
              </a:p>
              <a:p>
                <a:r>
                  <a:rPr lang="en-GB" b="1" dirty="0"/>
                  <a:t>4. Charge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0" dirty="0"/>
                  <a:t>Elementary charge: </a:t>
                </a:r>
                <a14:m>
                  <m:oMath xmlns:m="http://schemas.openxmlformats.org/officeDocument/2006/math">
                    <m:r>
                      <a:rPr lang="en-US" sz="1200" b="0" i="1" smtClean="0">
                        <a:latin typeface="Cambria Math" panose="02040503050406030204" pitchFamily="18" charset="0"/>
                      </a:rPr>
                      <m:t>𝑒</m:t>
                    </m:r>
                    <m:r>
                      <a:rPr lang="en-US" sz="1200" b="0" i="1" smtClean="0">
                        <a:latin typeface="Cambria Math" panose="02040503050406030204" pitchFamily="18" charset="0"/>
                      </a:rPr>
                      <m:t>=1.602 ∗</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−19</m:t>
                        </m:r>
                      </m:sup>
                    </m:sSup>
                    <m:r>
                      <a:rPr lang="en-IN" sz="1200" b="0" i="1" smtClean="0">
                        <a:latin typeface="Cambria Math" panose="02040503050406030204" pitchFamily="18" charset="0"/>
                      </a:rPr>
                      <m:t> </m:t>
                    </m:r>
                    <m:r>
                      <a:rPr lang="en-US" sz="1200" b="0" i="1" smtClean="0">
                        <a:latin typeface="Cambria Math" panose="02040503050406030204" pitchFamily="18" charset="0"/>
                      </a:rPr>
                      <m:t>𝐶</m:t>
                    </m:r>
                  </m:oMath>
                </a14:m>
                <a:endParaRPr lang="en-US" sz="1200" b="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GB" b="0" dirty="0"/>
                  <a:t>This is the charge of a single electron or proton.</a:t>
                </a:r>
              </a:p>
              <a:p>
                <a:pPr>
                  <a:buFont typeface="Arial" panose="020B0604020202020204" pitchFamily="34" charset="0"/>
                  <a:buNone/>
                </a:pPr>
                <a:endParaRPr lang="en-GB" b="1" dirty="0"/>
              </a:p>
              <a:p>
                <a:pPr>
                  <a:buFont typeface="Arial" panose="020B0604020202020204" pitchFamily="34" charset="0"/>
                  <a:buNone/>
                </a:pPr>
                <a:r>
                  <a:rPr lang="en-GB" b="1" dirty="0"/>
                  <a:t>Electric Force</a:t>
                </a:r>
                <a:r>
                  <a:rPr lang="en-GB" dirty="0"/>
                  <a:t>:</a:t>
                </a:r>
                <a:br>
                  <a:rPr lang="en-GB" dirty="0"/>
                </a:br>
                <a:r>
                  <a:rPr lang="en-GB" dirty="0"/>
                  <a:t>A charge q experiences a force f in an electric field E.</a:t>
                </a:r>
              </a:p>
              <a:p>
                <a:r>
                  <a:rPr lang="en-GB" dirty="0"/>
                  <a:t>Charge is a </a:t>
                </a:r>
                <a:r>
                  <a:rPr lang="en-GB" b="0" dirty="0"/>
                  <a:t>fundamental property in </a:t>
                </a:r>
                <a:r>
                  <a:rPr lang="en-GB" dirty="0"/>
                  <a:t>all electrical phenomena.</a:t>
                </a:r>
              </a:p>
              <a:p>
                <a:endParaRPr lang="en-GB" b="1" dirty="0"/>
              </a:p>
              <a:p>
                <a:r>
                  <a:rPr lang="en-GB" b="1" dirty="0"/>
                  <a:t>5. Current</a:t>
                </a:r>
              </a:p>
              <a:p>
                <a:pPr>
                  <a:buFont typeface="Arial" panose="020B0604020202020204" pitchFamily="34" charset="0"/>
                  <a:buNone/>
                </a:pPr>
                <a:r>
                  <a:rPr lang="en-GB" b="0" dirty="0"/>
                  <a:t>Rate of flow of electric charge.</a:t>
                </a:r>
                <a:br>
                  <a:rPr lang="en-GB" b="0" dirty="0"/>
                </a:br>
                <a:r>
                  <a:rPr lang="en-GB" b="0" dirty="0"/>
                  <a:t>Unit: Ampere (A)</a:t>
                </a:r>
                <a:br>
                  <a:rPr lang="en-GB" b="0" dirty="0"/>
                </a:br>
                <a:r>
                  <a:rPr lang="en-GB" b="0" dirty="0"/>
                  <a:t>1 A=1 Coulomb/ 1 Second</a:t>
                </a:r>
              </a:p>
              <a:p>
                <a:endParaRPr lang="en-GB" b="1" dirty="0"/>
              </a:p>
              <a:p>
                <a:r>
                  <a:rPr lang="en-GB" b="1" dirty="0"/>
                  <a:t>6. Potential (Voltage)</a:t>
                </a:r>
              </a:p>
              <a:p>
                <a:pPr>
                  <a:buFont typeface="Arial" panose="020B0604020202020204" pitchFamily="34" charset="0"/>
                  <a:buNone/>
                </a:pPr>
                <a:r>
                  <a:rPr lang="en-GB" b="0" dirty="0"/>
                  <a:t>Potential (also known as voltage) is the work done per unit charge to move a charge between two points.</a:t>
                </a:r>
              </a:p>
              <a:p>
                <a:pPr>
                  <a:buFont typeface="Arial" panose="020B0604020202020204" pitchFamily="34" charset="0"/>
                  <a:buNone/>
                </a:pPr>
                <a:r>
                  <a:rPr lang="en-GB" b="0" dirty="0"/>
                  <a:t>Voltage is always measured relative to another point (i.e., it's a difference in potential).</a:t>
                </a:r>
              </a:p>
              <a:p>
                <a:r>
                  <a:rPr lang="en-GB" b="0" dirty="0"/>
                  <a:t>It is the "electrical pressure" that pushes current through a circuit. </a:t>
                </a:r>
              </a:p>
              <a:p>
                <a:r>
                  <a:rPr lang="en-GB" b="0" dirty="0"/>
                  <a:t>Units: Volt (V) = Joule/ Coulomb</a:t>
                </a:r>
              </a:p>
            </p:txBody>
          </p:sp>
        </mc:Choice>
        <mc:Fallback>
          <p:sp>
            <p:nvSpPr>
              <p:cNvPr id="3" name="Notes Placeholder 2"/>
              <p:cNvSpPr>
                <a:spLocks noGrp="1"/>
              </p:cNvSpPr>
              <p:nvPr>
                <p:ph type="body" idx="1"/>
              </p:nvPr>
            </p:nvSpPr>
            <p:spPr/>
            <p:txBody>
              <a:bodyPr/>
              <a:lstStyle/>
              <a:p>
                <a:r>
                  <a:rPr lang="en-GB" b="1" dirty="0"/>
                  <a:t>1. Force</a:t>
                </a:r>
                <a:br>
                  <a:rPr lang="en-GB" dirty="0"/>
                </a:br>
                <a:r>
                  <a:rPr lang="en-GB" b="0" dirty="0"/>
                  <a:t>Force is the product of mass (m) and acceleration (a).</a:t>
                </a:r>
              </a:p>
              <a:p>
                <a:pPr>
                  <a:buFont typeface="Arial" panose="020B0604020202020204" pitchFamily="34" charset="0"/>
                  <a:buNone/>
                </a:pPr>
                <a:r>
                  <a:rPr lang="en-GB" b="0" dirty="0"/>
                  <a:t>Unit: Newton (N)</a:t>
                </a:r>
                <a:br>
                  <a:rPr lang="en-GB" b="0" dirty="0"/>
                </a:br>
                <a:endParaRPr lang="en-GB" b="1" dirty="0"/>
              </a:p>
              <a:p>
                <a:r>
                  <a:rPr lang="en-GB" b="1" dirty="0"/>
                  <a:t>2. Energy</a:t>
                </a:r>
              </a:p>
              <a:p>
                <a:pPr>
                  <a:buFont typeface="Arial" panose="020B0604020202020204" pitchFamily="34" charset="0"/>
                  <a:buNone/>
                </a:pPr>
                <a:r>
                  <a:rPr lang="en-GB" b="0" dirty="0"/>
                  <a:t>The capacity to do work.</a:t>
                </a:r>
              </a:p>
              <a:p>
                <a:pPr>
                  <a:buFont typeface="Arial" panose="020B0604020202020204" pitchFamily="34" charset="0"/>
                  <a:buNone/>
                </a:pPr>
                <a:r>
                  <a:rPr lang="en-GB" b="0" dirty="0"/>
                  <a:t>Unit: Joule (J)</a:t>
                </a:r>
                <a:br>
                  <a:rPr lang="en-GB" b="0" dirty="0"/>
                </a:br>
                <a:r>
                  <a:rPr lang="en-GB" dirty="0"/>
                  <a:t>In electrical systems, energy appears as stored energy in capacitors, batteries, or magnetic fields in inductors.</a:t>
                </a:r>
              </a:p>
              <a:p>
                <a:endParaRPr lang="en-GB" b="1" dirty="0"/>
              </a:p>
              <a:p>
                <a:r>
                  <a:rPr lang="en-GB" b="1" dirty="0"/>
                  <a:t>3. Power</a:t>
                </a:r>
              </a:p>
              <a:p>
                <a:pPr>
                  <a:buFont typeface="Arial" panose="020B0604020202020204" pitchFamily="34" charset="0"/>
                  <a:buNone/>
                </a:pPr>
                <a:r>
                  <a:rPr lang="en-GB" b="0" dirty="0"/>
                  <a:t>The rate at which work is done or energy is transferred.</a:t>
                </a:r>
              </a:p>
              <a:p>
                <a:pPr>
                  <a:buFont typeface="Arial" panose="020B0604020202020204" pitchFamily="34" charset="0"/>
                  <a:buNone/>
                </a:pPr>
                <a:r>
                  <a:rPr lang="en-GB" b="0" dirty="0"/>
                  <a:t>Unit: Joule/second (J/s), which is also called a Watt (W)</a:t>
                </a:r>
              </a:p>
              <a:p>
                <a:endParaRPr lang="en-GB" b="1" dirty="0"/>
              </a:p>
              <a:p>
                <a:r>
                  <a:rPr lang="en-GB" b="1" dirty="0"/>
                  <a:t>4. Charge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0" dirty="0"/>
                  <a:t>Elementary charge: </a:t>
                </a:r>
                <a:r>
                  <a:rPr lang="en-US" sz="1200" b="0" i="0">
                    <a:latin typeface="Cambria Math" panose="02040503050406030204" pitchFamily="18" charset="0"/>
                  </a:rPr>
                  <a:t>𝑒=1.602 ∗10^(−19)</a:t>
                </a:r>
                <a:r>
                  <a:rPr lang="en-IN" sz="1200" b="0" i="0">
                    <a:latin typeface="Cambria Math" panose="02040503050406030204" pitchFamily="18" charset="0"/>
                  </a:rPr>
                  <a:t>  </a:t>
                </a:r>
                <a:r>
                  <a:rPr lang="en-US" sz="1200" b="0" i="0">
                    <a:latin typeface="Cambria Math" panose="02040503050406030204" pitchFamily="18" charset="0"/>
                  </a:rPr>
                  <a:t>𝐶</a:t>
                </a:r>
                <a:endParaRPr lang="en-US" sz="1200" b="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GB" b="0" dirty="0"/>
                  <a:t>This is the charge of a single electron or proton.</a:t>
                </a:r>
              </a:p>
              <a:p>
                <a:pPr>
                  <a:buFont typeface="Arial" panose="020B0604020202020204" pitchFamily="34" charset="0"/>
                  <a:buNone/>
                </a:pPr>
                <a:endParaRPr lang="en-GB" b="1" dirty="0"/>
              </a:p>
              <a:p>
                <a:pPr>
                  <a:buFont typeface="Arial" panose="020B0604020202020204" pitchFamily="34" charset="0"/>
                  <a:buNone/>
                </a:pPr>
                <a:r>
                  <a:rPr lang="en-GB" b="1" dirty="0"/>
                  <a:t>Electric Force</a:t>
                </a:r>
                <a:r>
                  <a:rPr lang="en-GB" dirty="0"/>
                  <a:t>:</a:t>
                </a:r>
                <a:br>
                  <a:rPr lang="en-GB" dirty="0"/>
                </a:br>
                <a:r>
                  <a:rPr lang="en-GB" dirty="0"/>
                  <a:t>A charge q experiences a force f in an electric field E.</a:t>
                </a:r>
              </a:p>
              <a:p>
                <a:r>
                  <a:rPr lang="en-GB" dirty="0"/>
                  <a:t>Charge is a </a:t>
                </a:r>
                <a:r>
                  <a:rPr lang="en-GB" b="0" dirty="0"/>
                  <a:t>fundamental property in </a:t>
                </a:r>
                <a:r>
                  <a:rPr lang="en-GB" dirty="0"/>
                  <a:t>all electrical phenomena.</a:t>
                </a:r>
              </a:p>
              <a:p>
                <a:endParaRPr lang="en-GB" b="1" dirty="0"/>
              </a:p>
              <a:p>
                <a:r>
                  <a:rPr lang="en-GB" b="1" dirty="0"/>
                  <a:t>5. Current</a:t>
                </a:r>
              </a:p>
              <a:p>
                <a:pPr>
                  <a:buFont typeface="Arial" panose="020B0604020202020204" pitchFamily="34" charset="0"/>
                  <a:buNone/>
                </a:pPr>
                <a:r>
                  <a:rPr lang="en-GB" b="0" dirty="0"/>
                  <a:t>Rate of flow of electric charge.</a:t>
                </a:r>
                <a:br>
                  <a:rPr lang="en-GB" b="0" dirty="0"/>
                </a:br>
                <a:r>
                  <a:rPr lang="en-GB" b="0" dirty="0"/>
                  <a:t>Unit: Ampere (A)</a:t>
                </a:r>
                <a:br>
                  <a:rPr lang="en-GB" b="0" dirty="0"/>
                </a:br>
                <a:r>
                  <a:rPr lang="en-GB" b="0" dirty="0"/>
                  <a:t>1 A=1 Coulomb/ 1 Second</a:t>
                </a:r>
              </a:p>
              <a:p>
                <a:endParaRPr lang="en-GB" b="1" dirty="0"/>
              </a:p>
              <a:p>
                <a:r>
                  <a:rPr lang="en-GB" b="1" dirty="0"/>
                  <a:t>6. Potential (Voltage)</a:t>
                </a:r>
              </a:p>
              <a:p>
                <a:pPr>
                  <a:buFont typeface="Arial" panose="020B0604020202020204" pitchFamily="34" charset="0"/>
                  <a:buNone/>
                </a:pPr>
                <a:r>
                  <a:rPr lang="en-GB" b="0" dirty="0"/>
                  <a:t>Potential (also known as voltage) is the work done per unit charge to move a charge between two points.</a:t>
                </a:r>
              </a:p>
              <a:p>
                <a:pPr>
                  <a:buFont typeface="Arial" panose="020B0604020202020204" pitchFamily="34" charset="0"/>
                  <a:buNone/>
                </a:pPr>
                <a:r>
                  <a:rPr lang="en-GB" b="0" dirty="0"/>
                  <a:t>Voltage is always measured relative to another point (i.e., it's a difference in potential).</a:t>
                </a:r>
              </a:p>
              <a:p>
                <a:r>
                  <a:rPr lang="en-GB" b="0" dirty="0"/>
                  <a:t>It is the "electrical pressure" that pushes current through a circuit. </a:t>
                </a:r>
              </a:p>
              <a:p>
                <a:r>
                  <a:rPr lang="en-GB" b="0" dirty="0"/>
                  <a:t>Units: Volt (V) = Joule/ Coulomb</a:t>
                </a:r>
              </a:p>
            </p:txBody>
          </p:sp>
        </mc:Fallback>
      </mc:AlternateContent>
      <p:sp>
        <p:nvSpPr>
          <p:cNvPr id="4" name="Slide Number Placeholder 3"/>
          <p:cNvSpPr>
            <a:spLocks noGrp="1"/>
          </p:cNvSpPr>
          <p:nvPr>
            <p:ph type="sldNum" sz="quarter" idx="5"/>
          </p:nvPr>
        </p:nvSpPr>
        <p:spPr/>
        <p:txBody>
          <a:bodyPr/>
          <a:lstStyle/>
          <a:p>
            <a:fld id="{35DCCC6F-D71C-43FE-B589-BB073785CCC8}" type="slidenum">
              <a:rPr lang="en-US" smtClean="0"/>
              <a:t>7</a:t>
            </a:fld>
            <a:endParaRPr lang="en-US"/>
          </a:p>
        </p:txBody>
      </p:sp>
    </p:spTree>
    <p:extLst>
      <p:ext uri="{BB962C8B-B14F-4D97-AF65-F5344CB8AC3E}">
        <p14:creationId xmlns:p14="http://schemas.microsoft.com/office/powerpoint/2010/main" val="2839429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Relationship Between Charge, Voltage, and Energy</a:t>
            </a:r>
            <a:endParaRPr lang="en-GB" dirty="0"/>
          </a:p>
          <a:p>
            <a:r>
              <a:rPr lang="en-GB" b="1" dirty="0"/>
              <a:t>Energy (Work)</a:t>
            </a:r>
            <a:r>
              <a:rPr lang="en-GB" dirty="0"/>
              <a:t> is transferred when </a:t>
            </a:r>
            <a:r>
              <a:rPr lang="en-GB" b="1" dirty="0"/>
              <a:t>Charge</a:t>
            </a:r>
            <a:r>
              <a:rPr lang="en-GB" dirty="0"/>
              <a:t> flows through a potential difference (</a:t>
            </a:r>
            <a:r>
              <a:rPr lang="en-GB" b="1" dirty="0"/>
              <a:t>Voltage</a:t>
            </a:r>
            <a:r>
              <a:rPr lang="en-GB" dirty="0"/>
              <a:t>).</a:t>
            </a:r>
          </a:p>
          <a:p>
            <a:endParaRPr lang="en-GB" b="1" dirty="0"/>
          </a:p>
          <a:p>
            <a:pPr marL="228600" indent="-228600">
              <a:buAutoNum type="arabicPeriod"/>
            </a:pPr>
            <a:r>
              <a:rPr lang="en-GB" b="1" dirty="0" err="1"/>
              <a:t>dW</a:t>
            </a:r>
            <a:r>
              <a:rPr lang="en-GB" b="1" dirty="0"/>
              <a:t>=V ⋅ </a:t>
            </a:r>
            <a:r>
              <a:rPr lang="en-GB" b="1" dirty="0" err="1"/>
              <a:t>dq</a:t>
            </a:r>
            <a:endParaRPr lang="en-GB" b="1" dirty="0"/>
          </a:p>
          <a:p>
            <a:pPr>
              <a:buFont typeface="Arial" panose="020B0604020202020204" pitchFamily="34" charset="0"/>
              <a:buNone/>
            </a:pPr>
            <a:r>
              <a:rPr lang="en-GB" b="0" dirty="0"/>
              <a:t>This is the infinitesimal amount of work (energy) done when a small amount of charge </a:t>
            </a:r>
            <a:r>
              <a:rPr lang="en-GB" b="0" dirty="0" err="1"/>
              <a:t>dq</a:t>
            </a:r>
            <a:r>
              <a:rPr lang="en-GB" b="0" dirty="0"/>
              <a:t> moves across a potential difference V.</a:t>
            </a:r>
          </a:p>
          <a:p>
            <a:pPr>
              <a:buFont typeface="Arial" panose="020B0604020202020204" pitchFamily="34" charset="0"/>
              <a:buNone/>
            </a:pPr>
            <a:r>
              <a:rPr lang="en-GB" b="0" dirty="0"/>
              <a:t>This is a core equation in electrostatics and circuit theory.</a:t>
            </a:r>
          </a:p>
          <a:p>
            <a:r>
              <a:rPr lang="en-GB" b="0" dirty="0"/>
              <a:t>Work = Voltage × Charge</a:t>
            </a:r>
          </a:p>
          <a:p>
            <a:endParaRPr lang="en-GB" b="1" dirty="0"/>
          </a:p>
          <a:p>
            <a:r>
              <a:rPr lang="en-GB" b="1" dirty="0"/>
              <a:t>2. V=</a:t>
            </a:r>
            <a:r>
              <a:rPr lang="en-GB" b="1" dirty="0" err="1"/>
              <a:t>dW</a:t>
            </a:r>
            <a:r>
              <a:rPr lang="en-GB" b="1" dirty="0"/>
              <a:t>/ </a:t>
            </a:r>
            <a:r>
              <a:rPr lang="en-GB" b="1" dirty="0" err="1"/>
              <a:t>dq</a:t>
            </a:r>
            <a:endParaRPr lang="en-GB" b="1" dirty="0"/>
          </a:p>
          <a:p>
            <a:r>
              <a:rPr lang="en-GB" b="0" dirty="0"/>
              <a:t>Rearranging the first equation gives the definition of Voltage.</a:t>
            </a:r>
          </a:p>
          <a:p>
            <a:pPr>
              <a:buFont typeface="Arial" panose="020B0604020202020204" pitchFamily="34" charset="0"/>
              <a:buNone/>
            </a:pPr>
            <a:r>
              <a:rPr lang="en-GB" b="0" dirty="0"/>
              <a:t>Voltage is the work done per unit charge.</a:t>
            </a:r>
          </a:p>
          <a:p>
            <a:endParaRPr lang="en-GB" b="1" dirty="0"/>
          </a:p>
          <a:p>
            <a:r>
              <a:rPr lang="en-GB" b="1" dirty="0"/>
              <a:t>3. P=</a:t>
            </a:r>
            <a:r>
              <a:rPr lang="en-GB" b="1" dirty="0" err="1"/>
              <a:t>dW</a:t>
            </a:r>
            <a:r>
              <a:rPr lang="en-GB" b="1" dirty="0"/>
              <a:t>/ dt</a:t>
            </a:r>
          </a:p>
          <a:p>
            <a:r>
              <a:rPr lang="en-GB" b="0" dirty="0"/>
              <a:t>This defines Power (P) as the rate at which work is done (energy is used or transferred) over time.</a:t>
            </a:r>
          </a:p>
          <a:p>
            <a:pPr>
              <a:buFont typeface="Arial" panose="020B0604020202020204" pitchFamily="34" charset="0"/>
              <a:buNone/>
            </a:pPr>
            <a:r>
              <a:rPr lang="en-GB" b="0" dirty="0"/>
              <a:t>Unit of Power is Watt (W).</a:t>
            </a:r>
          </a:p>
          <a:p>
            <a:endParaRPr lang="en-GB" b="0" dirty="0"/>
          </a:p>
          <a:p>
            <a:r>
              <a:rPr lang="en-GB" b="1" dirty="0"/>
              <a:t>4. P=</a:t>
            </a:r>
            <a:r>
              <a:rPr lang="en-GB" b="1" dirty="0" err="1"/>
              <a:t>dW</a:t>
            </a:r>
            <a:r>
              <a:rPr lang="en-GB" b="1" dirty="0"/>
              <a:t>/ </a:t>
            </a:r>
            <a:r>
              <a:rPr lang="en-GB" b="1" dirty="0" err="1"/>
              <a:t>dq</a:t>
            </a:r>
            <a:r>
              <a:rPr lang="en-GB" b="1" dirty="0"/>
              <a:t> ⋅ </a:t>
            </a:r>
            <a:r>
              <a:rPr lang="en-GB" b="1" dirty="0" err="1"/>
              <a:t>dq</a:t>
            </a:r>
            <a:r>
              <a:rPr lang="en-GB" b="1" dirty="0"/>
              <a:t>/ dt</a:t>
            </a:r>
          </a:p>
          <a:p>
            <a:r>
              <a:rPr lang="en-GB" b="0" dirty="0"/>
              <a:t>Applying the chain rule from calculus:</a:t>
            </a:r>
          </a:p>
          <a:p>
            <a:r>
              <a:rPr lang="en-GB" b="0" dirty="0" err="1"/>
              <a:t>dW</a:t>
            </a:r>
            <a:r>
              <a:rPr lang="en-GB" b="0" dirty="0"/>
              <a:t>/ dt=</a:t>
            </a:r>
            <a:r>
              <a:rPr lang="en-GB" b="0" dirty="0" err="1"/>
              <a:t>dW</a:t>
            </a:r>
            <a:r>
              <a:rPr lang="en-GB" b="0" dirty="0"/>
              <a:t>/ </a:t>
            </a:r>
            <a:r>
              <a:rPr lang="en-GB" b="0" dirty="0" err="1"/>
              <a:t>dq</a:t>
            </a:r>
            <a:r>
              <a:rPr lang="en-GB" b="0" dirty="0"/>
              <a:t> ⋅ </a:t>
            </a:r>
            <a:r>
              <a:rPr lang="en-GB" b="0" dirty="0" err="1"/>
              <a:t>dq</a:t>
            </a:r>
            <a:r>
              <a:rPr lang="en-GB" b="0" dirty="0"/>
              <a:t>/ dt</a:t>
            </a:r>
          </a:p>
          <a:p>
            <a:endParaRPr lang="en-GB" b="1" dirty="0"/>
          </a:p>
          <a:p>
            <a:r>
              <a:rPr lang="en-GB" b="1" dirty="0"/>
              <a:t>5. P=V ⋅ I</a:t>
            </a:r>
          </a:p>
          <a:p>
            <a:r>
              <a:rPr lang="en-GB" b="0" dirty="0"/>
              <a:t>Substituting into the previous expression, we get the basic electrical power formula:</a:t>
            </a:r>
          </a:p>
          <a:p>
            <a:r>
              <a:rPr lang="en-GB" b="0" dirty="0"/>
              <a:t>Power = Voltage × Current</a:t>
            </a:r>
          </a:p>
        </p:txBody>
      </p:sp>
      <p:sp>
        <p:nvSpPr>
          <p:cNvPr id="4" name="Slide Number Placeholder 3"/>
          <p:cNvSpPr>
            <a:spLocks noGrp="1"/>
          </p:cNvSpPr>
          <p:nvPr>
            <p:ph type="sldNum" sz="quarter" idx="5"/>
          </p:nvPr>
        </p:nvSpPr>
        <p:spPr/>
        <p:txBody>
          <a:bodyPr/>
          <a:lstStyle/>
          <a:p>
            <a:fld id="{35DCCC6F-D71C-43FE-B589-BB073785CCC8}" type="slidenum">
              <a:rPr lang="en-US" smtClean="0"/>
              <a:t>8</a:t>
            </a:fld>
            <a:endParaRPr lang="en-US"/>
          </a:p>
        </p:txBody>
      </p:sp>
    </p:spTree>
    <p:extLst>
      <p:ext uri="{BB962C8B-B14F-4D97-AF65-F5344CB8AC3E}">
        <p14:creationId xmlns:p14="http://schemas.microsoft.com/office/powerpoint/2010/main" val="402611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D7F8B94F-D5FD-4D9B-A185-7C81344BCB9C}" type="datetimeFigureOut">
              <a:rPr lang="en-US" smtClean="0"/>
              <a:t>9/14/2025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249280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799771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F8B94F-D5FD-4D9B-A185-7C81344BCB9C}"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1101026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F8B94F-D5FD-4D9B-A185-7C81344BCB9C}" type="datetimeFigureOut">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143313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F8B94F-D5FD-4D9B-A185-7C81344BCB9C}" type="datetimeFigureOut">
              <a:rPr lang="en-US" smtClean="0"/>
              <a:t>9/14/2025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366381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F8B94F-D5FD-4D9B-A185-7C81344BCB9C}" type="datetimeFigureOut">
              <a:rPr lang="en-US" smtClean="0"/>
              <a:t>9/14/2025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3440248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F8B94F-D5FD-4D9B-A185-7C81344BCB9C}" type="datetimeFigureOut">
              <a:rPr lang="en-US" smtClean="0"/>
              <a:t>9/14/2025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2525058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D7F8B94F-D5FD-4D9B-A185-7C81344BCB9C}" type="datetimeFigureOut">
              <a:rPr lang="en-US" smtClean="0"/>
              <a:t>9/14/2025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1219706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D7F8B94F-D5FD-4D9B-A185-7C81344BCB9C}" type="datetimeFigureOut">
              <a:rPr lang="en-US" smtClean="0"/>
              <a:t>9/14/2025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311700191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384419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F8B94F-D5FD-4D9B-A185-7C81344BCB9C}" type="datetimeFigureOut">
              <a:rPr lang="en-US" smtClean="0"/>
              <a:t>9/14/2025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3C4D9-E69F-4CCF-B6DE-BCC68D428229}" type="slidenum">
              <a:rPr lang="en-US" smtClean="0"/>
              <a:t>‹#›</a:t>
            </a:fld>
            <a:endParaRPr lang="en-US"/>
          </a:p>
        </p:txBody>
      </p:sp>
    </p:spTree>
    <p:extLst>
      <p:ext uri="{BB962C8B-B14F-4D97-AF65-F5344CB8AC3E}">
        <p14:creationId xmlns:p14="http://schemas.microsoft.com/office/powerpoint/2010/main" val="1954230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D7F8B94F-D5FD-4D9B-A185-7C81344BCB9C}" type="datetimeFigureOut">
              <a:rPr lang="en-US" smtClean="0"/>
              <a:t>9/14/2025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0893C4D9-E69F-4CCF-B6DE-BCC68D428229}" type="slidenum">
              <a:rPr lang="en-US" smtClean="0"/>
              <a:t>‹#›</a:t>
            </a:fld>
            <a:endParaRPr lang="en-US"/>
          </a:p>
        </p:txBody>
      </p:sp>
    </p:spTree>
    <p:extLst>
      <p:ext uri="{BB962C8B-B14F-4D97-AF65-F5344CB8AC3E}">
        <p14:creationId xmlns:p14="http://schemas.microsoft.com/office/powerpoint/2010/main" val="76944211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diagramData" Target="../diagrams/data6.xml"/><Relationship Id="rId7" Type="http://schemas.microsoft.com/office/2007/relationships/diagramDrawing" Target="../diagrams/drawing5.xml"/><Relationship Id="rId12"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5.xml"/><Relationship Id="rId11" Type="http://schemas.openxmlformats.org/officeDocument/2006/relationships/image" Target="../media/image11.png"/><Relationship Id="rId5" Type="http://schemas.openxmlformats.org/officeDocument/2006/relationships/diagramQuickStyle" Target="../diagrams/quickStyle5.xml"/><Relationship Id="rId10" Type="http://schemas.openxmlformats.org/officeDocument/2006/relationships/image" Target="../media/image10.png"/><Relationship Id="rId4" Type="http://schemas.openxmlformats.org/officeDocument/2006/relationships/diagramLayout" Target="../diagrams/layout5.xml"/><Relationship Id="rId9" Type="http://schemas.openxmlformats.org/officeDocument/2006/relationships/image" Target="../media/image9.pn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2D925B0-AE19-E2B9-658A-C8272B84BF68}"/>
              </a:ext>
            </a:extLst>
          </p:cNvPr>
          <p:cNvSpPr txBox="1"/>
          <p:nvPr/>
        </p:nvSpPr>
        <p:spPr>
          <a:xfrm>
            <a:off x="0" y="321839"/>
            <a:ext cx="12191999"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BASIC ELECTRICAL AND ELECTRONICS ENGINEERING </a:t>
            </a:r>
          </a:p>
        </p:txBody>
      </p:sp>
      <p:sp>
        <p:nvSpPr>
          <p:cNvPr id="9" name="TextBox 8">
            <a:extLst>
              <a:ext uri="{FF2B5EF4-FFF2-40B4-BE49-F238E27FC236}">
                <a16:creationId xmlns:a16="http://schemas.microsoft.com/office/drawing/2014/main" id="{CB862FAA-F529-C553-DAA9-DE1301ED3032}"/>
              </a:ext>
            </a:extLst>
          </p:cNvPr>
          <p:cNvSpPr txBox="1"/>
          <p:nvPr/>
        </p:nvSpPr>
        <p:spPr>
          <a:xfrm>
            <a:off x="0" y="922475"/>
            <a:ext cx="1219200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Course Code: CSE1002</a:t>
            </a:r>
          </a:p>
        </p:txBody>
      </p:sp>
      <p:sp>
        <p:nvSpPr>
          <p:cNvPr id="11" name="TextBox 10">
            <a:extLst>
              <a:ext uri="{FF2B5EF4-FFF2-40B4-BE49-F238E27FC236}">
                <a16:creationId xmlns:a16="http://schemas.microsoft.com/office/drawing/2014/main" id="{C819A555-6C9B-8A0A-5EF3-8850BD6F8A4C}"/>
              </a:ext>
            </a:extLst>
          </p:cNvPr>
          <p:cNvSpPr txBox="1"/>
          <p:nvPr/>
        </p:nvSpPr>
        <p:spPr>
          <a:xfrm>
            <a:off x="0" y="4616137"/>
            <a:ext cx="12192000" cy="830997"/>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Mrunmayee Rahate</a:t>
            </a:r>
          </a:p>
          <a:p>
            <a:pPr algn="ctr"/>
            <a:r>
              <a:rPr lang="en-US" sz="2400" b="1" dirty="0">
                <a:latin typeface="Times New Roman" panose="02020603050405020304" pitchFamily="18" charset="0"/>
                <a:cs typeface="Times New Roman" panose="02020603050405020304" pitchFamily="18" charset="0"/>
              </a:rPr>
              <a:t> Assistant Professor, DYPIU</a:t>
            </a:r>
          </a:p>
        </p:txBody>
      </p:sp>
      <p:pic>
        <p:nvPicPr>
          <p:cNvPr id="13" name="Picture 12">
            <a:extLst>
              <a:ext uri="{FF2B5EF4-FFF2-40B4-BE49-F238E27FC236}">
                <a16:creationId xmlns:a16="http://schemas.microsoft.com/office/drawing/2014/main" id="{7BC1866A-9491-240C-FA66-458DACD07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886" y="2312437"/>
            <a:ext cx="1800225" cy="1800225"/>
          </a:xfrm>
          <a:prstGeom prst="rect">
            <a:avLst/>
          </a:prstGeom>
        </p:spPr>
      </p:pic>
      <p:sp>
        <p:nvSpPr>
          <p:cNvPr id="8" name="TextBox 7">
            <a:extLst>
              <a:ext uri="{FF2B5EF4-FFF2-40B4-BE49-F238E27FC236}">
                <a16:creationId xmlns:a16="http://schemas.microsoft.com/office/drawing/2014/main" id="{7A642395-5764-B4A9-7211-391B05C4E175}"/>
              </a:ext>
            </a:extLst>
          </p:cNvPr>
          <p:cNvSpPr txBox="1"/>
          <p:nvPr/>
        </p:nvSpPr>
        <p:spPr>
          <a:xfrm>
            <a:off x="2" y="1573301"/>
            <a:ext cx="1219199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b="1" dirty="0">
                <a:solidFill>
                  <a:schemeClr val="tx1"/>
                </a:solidFill>
                <a:latin typeface="Times New Roman" panose="02020603050405020304" pitchFamily="18" charset="0"/>
                <a:cs typeface="Times New Roman" panose="02020603050405020304" pitchFamily="18" charset="0"/>
              </a:rPr>
              <a:t>SCHOOL OF COMPUTER SCIENCE ENGINEERING AND APPLICATIONS</a:t>
            </a:r>
          </a:p>
        </p:txBody>
      </p:sp>
    </p:spTree>
    <p:extLst>
      <p:ext uri="{BB962C8B-B14F-4D97-AF65-F5344CB8AC3E}">
        <p14:creationId xmlns:p14="http://schemas.microsoft.com/office/powerpoint/2010/main" val="370517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000" fill="hold"/>
                                        <p:tgtEl>
                                          <p:spTgt spid="9"/>
                                        </p:tgtEl>
                                        <p:attrNameLst>
                                          <p:attrName>ppt_w</p:attrName>
                                        </p:attrNameLst>
                                      </p:cBhvr>
                                      <p:tavLst>
                                        <p:tav tm="0">
                                          <p:val>
                                            <p:fltVal val="0"/>
                                          </p:val>
                                        </p:tav>
                                        <p:tav tm="100000">
                                          <p:val>
                                            <p:strVal val="#ppt_w"/>
                                          </p:val>
                                        </p:tav>
                                      </p:tavLst>
                                    </p:anim>
                                    <p:anim calcmode="lin" valueType="num">
                                      <p:cBhvr>
                                        <p:cTn id="13" dur="1000" fill="hold"/>
                                        <p:tgtEl>
                                          <p:spTgt spid="9"/>
                                        </p:tgtEl>
                                        <p:attrNameLst>
                                          <p:attrName>ppt_h</p:attrName>
                                        </p:attrNameLst>
                                      </p:cBhvr>
                                      <p:tavLst>
                                        <p:tav tm="0">
                                          <p:val>
                                            <p:fltVal val="0"/>
                                          </p:val>
                                        </p:tav>
                                        <p:tav tm="100000">
                                          <p:val>
                                            <p:strVal val="#ppt_h"/>
                                          </p:val>
                                        </p:tav>
                                      </p:tavLst>
                                    </p:anim>
                                    <p:animEffect transition="in" filter="fade">
                                      <p:cBhvr>
                                        <p:cTn id="14" dur="10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1000" fill="hold"/>
                                        <p:tgtEl>
                                          <p:spTgt spid="11"/>
                                        </p:tgtEl>
                                        <p:attrNameLst>
                                          <p:attrName>ppt_w</p:attrName>
                                        </p:attrNameLst>
                                      </p:cBhvr>
                                      <p:tavLst>
                                        <p:tav tm="0">
                                          <p:val>
                                            <p:fltVal val="0"/>
                                          </p:val>
                                        </p:tav>
                                        <p:tav tm="100000">
                                          <p:val>
                                            <p:strVal val="#ppt_w"/>
                                          </p:val>
                                        </p:tav>
                                      </p:tavLst>
                                    </p:anim>
                                    <p:anim calcmode="lin" valueType="num">
                                      <p:cBhvr>
                                        <p:cTn id="18" dur="1000" fill="hold"/>
                                        <p:tgtEl>
                                          <p:spTgt spid="11"/>
                                        </p:tgtEl>
                                        <p:attrNameLst>
                                          <p:attrName>ppt_h</p:attrName>
                                        </p:attrNameLst>
                                      </p:cBhvr>
                                      <p:tavLst>
                                        <p:tav tm="0">
                                          <p:val>
                                            <p:fltVal val="0"/>
                                          </p:val>
                                        </p:tav>
                                        <p:tav tm="100000">
                                          <p:val>
                                            <p:strVal val="#ppt_h"/>
                                          </p:val>
                                        </p:tav>
                                      </p:tavLst>
                                    </p:anim>
                                    <p:animEffect transition="in" filter="fade">
                                      <p:cBhvr>
                                        <p:cTn id="19" dur="1000"/>
                                        <p:tgtEl>
                                          <p:spTgt spid="11"/>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1000" fill="hold"/>
                                        <p:tgtEl>
                                          <p:spTgt spid="13"/>
                                        </p:tgtEl>
                                        <p:attrNameLst>
                                          <p:attrName>ppt_w</p:attrName>
                                        </p:attrNameLst>
                                      </p:cBhvr>
                                      <p:tavLst>
                                        <p:tav tm="0">
                                          <p:val>
                                            <p:fltVal val="0"/>
                                          </p:val>
                                        </p:tav>
                                        <p:tav tm="100000">
                                          <p:val>
                                            <p:strVal val="#ppt_w"/>
                                          </p:val>
                                        </p:tav>
                                      </p:tavLst>
                                    </p:anim>
                                    <p:anim calcmode="lin" valueType="num">
                                      <p:cBhvr>
                                        <p:cTn id="23" dur="1000" fill="hold"/>
                                        <p:tgtEl>
                                          <p:spTgt spid="13"/>
                                        </p:tgtEl>
                                        <p:attrNameLst>
                                          <p:attrName>ppt_h</p:attrName>
                                        </p:attrNameLst>
                                      </p:cBhvr>
                                      <p:tavLst>
                                        <p:tav tm="0">
                                          <p:val>
                                            <p:fltVal val="0"/>
                                          </p:val>
                                        </p:tav>
                                        <p:tav tm="100000">
                                          <p:val>
                                            <p:strVal val="#ppt_h"/>
                                          </p:val>
                                        </p:tav>
                                      </p:tavLst>
                                    </p:anim>
                                    <p:animEffect transition="in" filter="fade">
                                      <p:cBhvr>
                                        <p:cTn id="24" dur="10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Effect transition="in" filter="fade">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BBC2278-4B8F-9818-462E-E7E8827B7D79}"/>
              </a:ext>
            </a:extLst>
          </p:cNvPr>
          <p:cNvSpPr txBox="1"/>
          <p:nvPr/>
        </p:nvSpPr>
        <p:spPr>
          <a:xfrm>
            <a:off x="0" y="1997839"/>
            <a:ext cx="12192000" cy="2862322"/>
          </a:xfrm>
          <a:prstGeom prst="rect">
            <a:avLst/>
          </a:prstGeom>
          <a:noFill/>
        </p:spPr>
        <p:txBody>
          <a:bodyPr wrap="square">
            <a:spAutoFit/>
          </a:bodyPr>
          <a:lstStyle/>
          <a:p>
            <a:pPr algn="ctr"/>
            <a:r>
              <a:rPr lang="en-IN" sz="3600" b="1" dirty="0">
                <a:solidFill>
                  <a:srgbClr val="002060"/>
                </a:solidFill>
                <a:latin typeface="Arial" panose="020B0604020202020204" pitchFamily="34" charset="0"/>
                <a:ea typeface="Times New Roman" panose="02020603050405020304" pitchFamily="18" charset="0"/>
              </a:rPr>
              <a:t>Module 1: Fundamentals of Electrical Circuits</a:t>
            </a:r>
            <a:endParaRPr lang="en-IN" sz="3600" b="1" dirty="0">
              <a:solidFill>
                <a:srgbClr val="002060"/>
              </a:solidFill>
              <a:effectLst/>
              <a:latin typeface="Arial" panose="020B0604020202020204" pitchFamily="34" charset="0"/>
              <a:ea typeface="Times New Roman" panose="02020603050405020304" pitchFamily="18" charset="0"/>
            </a:endParaRPr>
          </a:p>
          <a:p>
            <a:pPr algn="ctr"/>
            <a:endParaRPr lang="en-IN" sz="3600" b="1" dirty="0">
              <a:solidFill>
                <a:srgbClr val="000000"/>
              </a:solidFill>
              <a:latin typeface="Arial" panose="020B0604020202020204" pitchFamily="34" charset="0"/>
            </a:endParaRPr>
          </a:p>
          <a:p>
            <a:pPr algn="ctr"/>
            <a:r>
              <a:rPr lang="en-IN" sz="3600" b="1" dirty="0">
                <a:solidFill>
                  <a:srgbClr val="C00000"/>
                </a:solidFill>
                <a:latin typeface="Arial" panose="020B0604020202020204" pitchFamily="34" charset="0"/>
              </a:rPr>
              <a:t>Lecture 1: Introduction to the </a:t>
            </a:r>
            <a:r>
              <a:rPr lang="en-GB" sz="3600" b="1" dirty="0">
                <a:solidFill>
                  <a:srgbClr val="C00000"/>
                </a:solidFill>
                <a:latin typeface="Arial" panose="020B0604020202020204" pitchFamily="34" charset="0"/>
              </a:rPr>
              <a:t>Electrical Engineering Concepts</a:t>
            </a:r>
            <a:endParaRPr lang="en-IN" sz="3600" b="1" dirty="0">
              <a:solidFill>
                <a:srgbClr val="C00000"/>
              </a:solidFill>
              <a:latin typeface="Arial" panose="020B0604020202020204" pitchFamily="34" charset="0"/>
            </a:endParaRPr>
          </a:p>
          <a:p>
            <a:pPr algn="ctr"/>
            <a:endParaRPr lang="en-IN" sz="3600" b="1" dirty="0">
              <a:solidFill>
                <a:srgbClr val="C00000"/>
              </a:solidFill>
              <a:latin typeface="Arial" panose="020B0604020202020204" pitchFamily="34" charset="0"/>
            </a:endParaRPr>
          </a:p>
        </p:txBody>
      </p:sp>
      <p:pic>
        <p:nvPicPr>
          <p:cNvPr id="9" name="Picture 8">
            <a:extLst>
              <a:ext uri="{FF2B5EF4-FFF2-40B4-BE49-F238E27FC236}">
                <a16:creationId xmlns:a16="http://schemas.microsoft.com/office/drawing/2014/main" id="{A8154C5E-51B5-4EEC-C27F-4B5FC2C29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2144" y="197614"/>
            <a:ext cx="1366275" cy="1366275"/>
          </a:xfrm>
          <a:prstGeom prst="rect">
            <a:avLst/>
          </a:prstGeom>
        </p:spPr>
      </p:pic>
    </p:spTree>
    <p:extLst>
      <p:ext uri="{BB962C8B-B14F-4D97-AF65-F5344CB8AC3E}">
        <p14:creationId xmlns:p14="http://schemas.microsoft.com/office/powerpoint/2010/main" val="37379106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203B5-C7C1-7DBF-84F6-DD9C25548FF2}"/>
              </a:ext>
            </a:extLst>
          </p:cNvPr>
          <p:cNvSpPr txBox="1"/>
          <p:nvPr/>
        </p:nvSpPr>
        <p:spPr>
          <a:xfrm>
            <a:off x="627529" y="275105"/>
            <a:ext cx="1093694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What is Electrical Engineering?</a:t>
            </a:r>
          </a:p>
        </p:txBody>
      </p:sp>
      <p:sp>
        <p:nvSpPr>
          <p:cNvPr id="3" name="Left Brace 2">
            <a:extLst>
              <a:ext uri="{FF2B5EF4-FFF2-40B4-BE49-F238E27FC236}">
                <a16:creationId xmlns:a16="http://schemas.microsoft.com/office/drawing/2014/main" id="{A8BD9B8D-5427-9159-18EC-36D9CB6F7D9F}"/>
              </a:ext>
            </a:extLst>
          </p:cNvPr>
          <p:cNvSpPr/>
          <p:nvPr/>
        </p:nvSpPr>
        <p:spPr>
          <a:xfrm rot="5400000">
            <a:off x="5576049" y="-2336048"/>
            <a:ext cx="1039906" cy="7229475"/>
          </a:xfrm>
          <a:prstGeom prst="leftBrace">
            <a:avLst/>
          </a:prstGeom>
          <a:ln w="508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EC3CF7EA-C965-F21C-6591-DF7BC6F0B579}"/>
              </a:ext>
            </a:extLst>
          </p:cNvPr>
          <p:cNvSpPr txBox="1"/>
          <p:nvPr/>
        </p:nvSpPr>
        <p:spPr>
          <a:xfrm>
            <a:off x="1662111" y="1798643"/>
            <a:ext cx="1652589"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Energy</a:t>
            </a:r>
          </a:p>
        </p:txBody>
      </p:sp>
      <p:sp>
        <p:nvSpPr>
          <p:cNvPr id="5" name="TextBox 4">
            <a:extLst>
              <a:ext uri="{FF2B5EF4-FFF2-40B4-BE49-F238E27FC236}">
                <a16:creationId xmlns:a16="http://schemas.microsoft.com/office/drawing/2014/main" id="{201186AB-098A-114D-31ED-BBFE4622F747}"/>
              </a:ext>
            </a:extLst>
          </p:cNvPr>
          <p:cNvSpPr txBox="1"/>
          <p:nvPr/>
        </p:nvSpPr>
        <p:spPr>
          <a:xfrm>
            <a:off x="8877300" y="1798643"/>
            <a:ext cx="18859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Information</a:t>
            </a:r>
          </a:p>
        </p:txBody>
      </p:sp>
      <p:graphicFrame>
        <p:nvGraphicFramePr>
          <p:cNvPr id="6" name="Diagram 5">
            <a:extLst>
              <a:ext uri="{FF2B5EF4-FFF2-40B4-BE49-F238E27FC236}">
                <a16:creationId xmlns:a16="http://schemas.microsoft.com/office/drawing/2014/main" id="{1D88D7F3-DA9D-37DC-C714-9F6EA21B8928}"/>
              </a:ext>
            </a:extLst>
          </p:cNvPr>
          <p:cNvGraphicFramePr/>
          <p:nvPr>
            <p:extLst>
              <p:ext uri="{D42A27DB-BD31-4B8C-83A1-F6EECF244321}">
                <p14:modId xmlns:p14="http://schemas.microsoft.com/office/powerpoint/2010/main" val="2704044215"/>
              </p:ext>
            </p:extLst>
          </p:nvPr>
        </p:nvGraphicFramePr>
        <p:xfrm>
          <a:off x="627528" y="2316185"/>
          <a:ext cx="6840071" cy="4189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3F50C9B8-9A8E-0367-F79A-0C27DA4475E6}"/>
              </a:ext>
            </a:extLst>
          </p:cNvPr>
          <p:cNvGraphicFramePr/>
          <p:nvPr>
            <p:extLst>
              <p:ext uri="{D42A27DB-BD31-4B8C-83A1-F6EECF244321}">
                <p14:modId xmlns:p14="http://schemas.microsoft.com/office/powerpoint/2010/main" val="2239809594"/>
              </p:ext>
            </p:extLst>
          </p:nvPr>
        </p:nvGraphicFramePr>
        <p:xfrm>
          <a:off x="7581900" y="2316184"/>
          <a:ext cx="4610100" cy="41893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397420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32"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out)">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graphicEl>
                                              <a:dgm id="{6A08C288-16B1-4600-8FA3-ADB530C323FE}"/>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graphicEl>
                                              <a:dgm id="{40DB79BC-66EF-4E3C-BDB4-969B4190E723}"/>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graphicEl>
                                              <a:dgm id="{D061DEDE-6DCD-440E-90FD-7BE53666A6D1}"/>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graphicEl>
                                              <a:dgm id="{752514B6-5B97-4E14-A62B-E5C1F446258A}"/>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graphicEl>
                                              <a:dgm id="{D2DDBBAB-F7AC-4A58-8077-608CCB87F993}"/>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graphicEl>
                                              <a:dgm id="{20292DD5-1CAD-429A-8D16-07548B2F9020}"/>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graphicEl>
                                              <a:dgm id="{11A27EEB-5640-44C4-B36C-2B3D3246C3E4}"/>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graphicEl>
                                              <a:dgm id="{D9AF4A44-5B27-4B61-8508-1B2FDAAA4794}"/>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graphicEl>
                                              <a:dgm id="{566DF09F-845A-499C-B9D6-1565A79F376B}"/>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graphicEl>
                                              <a:dgm id="{150FD4C0-DDB4-48A8-9861-2815892F6F83}"/>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graphicEl>
                                              <a:dgm id="{58BC417A-ADFF-42D5-A956-B84105710FD7}"/>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graphicEl>
                                              <a:dgm id="{48CF9BA8-6514-48BF-925A-9E7275FA54DE}"/>
                                            </p:graphic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graphicEl>
                                              <a:dgm id="{067A75AC-7217-4CD9-A938-1CACBDFA422F}"/>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graphicEl>
                                              <a:dgm id="{C8D1A759-5360-40F2-9199-693FF8565190}"/>
                                            </p:graphic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graphicEl>
                                              <a:dgm id="{FB7DBE93-D6DF-4200-BC66-E6876A15E63A}"/>
                                            </p:graphic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graphicEl>
                                              <a:dgm id="{A15F9379-5A87-4E15-BAE3-BA66F3E30172}"/>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p:bldGraphic spid="6" grpId="0">
        <p:bldSub>
          <a:bldDgm bld="one"/>
        </p:bldSub>
      </p:bldGraphic>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3200417-CF76-56ED-48A2-6316F0E83C13}"/>
              </a:ext>
            </a:extLst>
          </p:cNvPr>
          <p:cNvGraphicFramePr/>
          <p:nvPr>
            <p:extLst>
              <p:ext uri="{D42A27DB-BD31-4B8C-83A1-F6EECF244321}">
                <p14:modId xmlns:p14="http://schemas.microsoft.com/office/powerpoint/2010/main" val="1125056607"/>
              </p:ext>
            </p:extLst>
          </p:nvPr>
        </p:nvGraphicFramePr>
        <p:xfrm>
          <a:off x="1004888" y="-756709"/>
          <a:ext cx="10182224" cy="5757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87861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DBD8CF6A-7B71-4526-BC70-AB9FD0EA727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6D30EDFA-A76E-4265-908F-9A7236DD91B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090E4458-EF55-4A79-AAC8-616C0A90CC0D}"/>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3EC113F8-39A8-4D98-8FB6-08459BEEB25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B7403738-C26F-4488-83EF-A5564C819307}"/>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graphicEl>
                                              <a:dgm id="{5A5A708E-0D0F-48F8-8FA2-7CEA0CBE798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C31553-8F25-DAA3-C46D-66C5C403F5D7}"/>
              </a:ext>
            </a:extLst>
          </p:cNvPr>
          <p:cNvPicPr>
            <a:picLocks noChangeAspect="1"/>
          </p:cNvPicPr>
          <p:nvPr/>
        </p:nvPicPr>
        <p:blipFill rotWithShape="1">
          <a:blip r:embed="rId3"/>
          <a:srcRect l="21484" t="18611" r="2500" b="15695"/>
          <a:stretch/>
        </p:blipFill>
        <p:spPr>
          <a:xfrm>
            <a:off x="-17241" y="342900"/>
            <a:ext cx="12226481" cy="5943600"/>
          </a:xfrm>
          <a:prstGeom prst="rect">
            <a:avLst/>
          </a:prstGeom>
        </p:spPr>
      </p:pic>
    </p:spTree>
    <p:extLst>
      <p:ext uri="{BB962C8B-B14F-4D97-AF65-F5344CB8AC3E}">
        <p14:creationId xmlns:p14="http://schemas.microsoft.com/office/powerpoint/2010/main" val="287261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69487F-D410-478A-49B4-E1CCED1933E4}"/>
              </a:ext>
            </a:extLst>
          </p:cNvPr>
          <p:cNvPicPr>
            <a:picLocks/>
          </p:cNvPicPr>
          <p:nvPr/>
        </p:nvPicPr>
        <p:blipFill rotWithShape="1">
          <a:blip r:embed="rId3"/>
          <a:srcRect l="20937" t="30417" r="60234" b="31388"/>
          <a:stretch/>
        </p:blipFill>
        <p:spPr>
          <a:xfrm>
            <a:off x="1007400" y="871537"/>
            <a:ext cx="2231136" cy="2286000"/>
          </a:xfrm>
          <a:prstGeom prst="rect">
            <a:avLst/>
          </a:prstGeom>
        </p:spPr>
      </p:pic>
      <p:pic>
        <p:nvPicPr>
          <p:cNvPr id="6" name="Picture 5">
            <a:extLst>
              <a:ext uri="{FF2B5EF4-FFF2-40B4-BE49-F238E27FC236}">
                <a16:creationId xmlns:a16="http://schemas.microsoft.com/office/drawing/2014/main" id="{C1C90A00-6A88-0639-0EB2-A8262B82779A}"/>
              </a:ext>
            </a:extLst>
          </p:cNvPr>
          <p:cNvPicPr>
            <a:picLocks noChangeAspect="1"/>
          </p:cNvPicPr>
          <p:nvPr/>
        </p:nvPicPr>
        <p:blipFill rotWithShape="1">
          <a:blip r:embed="rId3"/>
          <a:srcRect l="62734" t="33751" r="2422" b="35972"/>
          <a:stretch/>
        </p:blipFill>
        <p:spPr>
          <a:xfrm>
            <a:off x="6136877" y="645685"/>
            <a:ext cx="5047723" cy="2467272"/>
          </a:xfrm>
          <a:prstGeom prst="rect">
            <a:avLst/>
          </a:prstGeom>
        </p:spPr>
      </p:pic>
      <p:pic>
        <p:nvPicPr>
          <p:cNvPr id="8" name="Picture 7">
            <a:extLst>
              <a:ext uri="{FF2B5EF4-FFF2-40B4-BE49-F238E27FC236}">
                <a16:creationId xmlns:a16="http://schemas.microsoft.com/office/drawing/2014/main" id="{F06B73F8-5365-F723-3CD4-CDBA916AAD21}"/>
              </a:ext>
            </a:extLst>
          </p:cNvPr>
          <p:cNvPicPr>
            <a:picLocks noChangeAspect="1"/>
          </p:cNvPicPr>
          <p:nvPr/>
        </p:nvPicPr>
        <p:blipFill rotWithShape="1">
          <a:blip r:embed="rId4"/>
          <a:srcRect l="22110" t="45000" r="56328" b="15764"/>
          <a:stretch/>
        </p:blipFill>
        <p:spPr>
          <a:xfrm>
            <a:off x="1007400" y="3700463"/>
            <a:ext cx="2233403" cy="2286000"/>
          </a:xfrm>
          <a:prstGeom prst="rect">
            <a:avLst/>
          </a:prstGeom>
        </p:spPr>
      </p:pic>
      <p:pic>
        <p:nvPicPr>
          <p:cNvPr id="10" name="Picture 9">
            <a:extLst>
              <a:ext uri="{FF2B5EF4-FFF2-40B4-BE49-F238E27FC236}">
                <a16:creationId xmlns:a16="http://schemas.microsoft.com/office/drawing/2014/main" id="{0169AFFF-0256-0F6B-2063-E7D4710B2357}"/>
              </a:ext>
            </a:extLst>
          </p:cNvPr>
          <p:cNvPicPr>
            <a:picLocks noChangeAspect="1"/>
          </p:cNvPicPr>
          <p:nvPr/>
        </p:nvPicPr>
        <p:blipFill rotWithShape="1">
          <a:blip r:embed="rId4"/>
          <a:srcRect l="60156" t="44444" r="5001" b="15764"/>
          <a:stretch/>
        </p:blipFill>
        <p:spPr>
          <a:xfrm>
            <a:off x="6134060" y="3622779"/>
            <a:ext cx="5162552" cy="2763585"/>
          </a:xfrm>
          <a:prstGeom prst="rect">
            <a:avLst/>
          </a:prstGeom>
        </p:spPr>
      </p:pic>
      <p:sp>
        <p:nvSpPr>
          <p:cNvPr id="11" name="Arrow: Right 10">
            <a:extLst>
              <a:ext uri="{FF2B5EF4-FFF2-40B4-BE49-F238E27FC236}">
                <a16:creationId xmlns:a16="http://schemas.microsoft.com/office/drawing/2014/main" id="{223440F9-58FA-BBC1-419F-2DFEA3B10E34}"/>
              </a:ext>
            </a:extLst>
          </p:cNvPr>
          <p:cNvSpPr/>
          <p:nvPr/>
        </p:nvSpPr>
        <p:spPr>
          <a:xfrm>
            <a:off x="3133762" y="1909761"/>
            <a:ext cx="2847939" cy="328613"/>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07831D7-14DB-63BE-E116-9D3A9D74B40C}"/>
              </a:ext>
            </a:extLst>
          </p:cNvPr>
          <p:cNvSpPr/>
          <p:nvPr/>
        </p:nvSpPr>
        <p:spPr>
          <a:xfrm>
            <a:off x="3133761" y="4679156"/>
            <a:ext cx="2847939" cy="328613"/>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21BDE5F-A364-F918-D90A-0C9F456C38F4}"/>
              </a:ext>
            </a:extLst>
          </p:cNvPr>
          <p:cNvSpPr txBox="1"/>
          <p:nvPr/>
        </p:nvSpPr>
        <p:spPr>
          <a:xfrm>
            <a:off x="961681" y="5986463"/>
            <a:ext cx="227685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Bridge Rectifier</a:t>
            </a:r>
          </a:p>
        </p:txBody>
      </p:sp>
      <p:sp>
        <p:nvSpPr>
          <p:cNvPr id="15" name="TextBox 14">
            <a:extLst>
              <a:ext uri="{FF2B5EF4-FFF2-40B4-BE49-F238E27FC236}">
                <a16:creationId xmlns:a16="http://schemas.microsoft.com/office/drawing/2014/main" id="{067B01F9-20E4-F667-3B8F-B06890EEB83D}"/>
              </a:ext>
            </a:extLst>
          </p:cNvPr>
          <p:cNvSpPr txBox="1"/>
          <p:nvPr/>
        </p:nvSpPr>
        <p:spPr>
          <a:xfrm>
            <a:off x="1007400" y="3157537"/>
            <a:ext cx="227685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Transformer</a:t>
            </a:r>
          </a:p>
        </p:txBody>
      </p:sp>
      <p:sp>
        <p:nvSpPr>
          <p:cNvPr id="17" name="TextBox 16">
            <a:extLst>
              <a:ext uri="{FF2B5EF4-FFF2-40B4-BE49-F238E27FC236}">
                <a16:creationId xmlns:a16="http://schemas.microsoft.com/office/drawing/2014/main" id="{7C2FB88F-C802-BF60-88F5-8150374B9F89}"/>
              </a:ext>
            </a:extLst>
          </p:cNvPr>
          <p:cNvSpPr txBox="1"/>
          <p:nvPr/>
        </p:nvSpPr>
        <p:spPr>
          <a:xfrm>
            <a:off x="0" y="6476494"/>
            <a:ext cx="12192000"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US" sz="2000" b="1" dirty="0">
                <a:latin typeface="Times New Roman" panose="02020603050405020304" pitchFamily="18" charset="0"/>
                <a:cs typeface="Times New Roman" panose="02020603050405020304" pitchFamily="18" charset="0"/>
              </a:rPr>
              <a:t>Knowledge of circuit analysis helps to analyze any electrical device with their equivalent circuit representation.</a:t>
            </a:r>
          </a:p>
        </p:txBody>
      </p:sp>
      <p:sp>
        <p:nvSpPr>
          <p:cNvPr id="22" name="TextBox 21">
            <a:extLst>
              <a:ext uri="{FF2B5EF4-FFF2-40B4-BE49-F238E27FC236}">
                <a16:creationId xmlns:a16="http://schemas.microsoft.com/office/drawing/2014/main" id="{33FB901B-065F-A86F-3AA9-2CEF53CF7A7D}"/>
              </a:ext>
            </a:extLst>
          </p:cNvPr>
          <p:cNvSpPr txBox="1"/>
          <p:nvPr/>
        </p:nvSpPr>
        <p:spPr>
          <a:xfrm flipH="1">
            <a:off x="371474" y="0"/>
            <a:ext cx="11401425"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CIRCUIT MODEL</a:t>
            </a:r>
          </a:p>
        </p:txBody>
      </p:sp>
    </p:spTree>
    <p:extLst>
      <p:ext uri="{BB962C8B-B14F-4D97-AF65-F5344CB8AC3E}">
        <p14:creationId xmlns:p14="http://schemas.microsoft.com/office/powerpoint/2010/main" val="15430790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par>
                                <p:cTn id="15" presetID="16" presetClass="entr" presetSubtype="21"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0-#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p:bldP spid="15" grpId="0"/>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Diagram 2">
                <a:extLst>
                  <a:ext uri="{FF2B5EF4-FFF2-40B4-BE49-F238E27FC236}">
                    <a16:creationId xmlns:a16="http://schemas.microsoft.com/office/drawing/2014/main" id="{227A63A9-014B-DA4C-F111-B7B6F3C65C59}"/>
                  </a:ext>
                </a:extLst>
              </p:cNvPr>
              <p:cNvGraphicFramePr/>
              <p:nvPr>
                <p:extLst>
                  <p:ext uri="{D42A27DB-BD31-4B8C-83A1-F6EECF244321}">
                    <p14:modId xmlns:p14="http://schemas.microsoft.com/office/powerpoint/2010/main" val="2242534016"/>
                  </p:ext>
                </p:extLst>
              </p:nvPr>
            </p:nvGraphicFramePr>
            <p:xfrm>
              <a:off x="0" y="2"/>
              <a:ext cx="12192000" cy="6857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Diagram 2">
                <a:extLst>
                  <a:ext uri="{FF2B5EF4-FFF2-40B4-BE49-F238E27FC236}">
                    <a16:creationId xmlns:a16="http://schemas.microsoft.com/office/drawing/2014/main" id="{227A63A9-014B-DA4C-F111-B7B6F3C65C59}"/>
                  </a:ext>
                </a:extLst>
              </p:cNvPr>
              <p:cNvGraphicFramePr/>
              <p:nvPr>
                <p:extLst>
                  <p:ext uri="{D42A27DB-BD31-4B8C-83A1-F6EECF244321}">
                    <p14:modId xmlns:p14="http://schemas.microsoft.com/office/powerpoint/2010/main" val="2242534016"/>
                  </p:ext>
                </p:extLst>
              </p:nvPr>
            </p:nvGraphicFramePr>
            <p:xfrm>
              <a:off x="0" y="2"/>
              <a:ext cx="12192000" cy="685799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2" name="TextBox 1">
            <a:extLst>
              <a:ext uri="{FF2B5EF4-FFF2-40B4-BE49-F238E27FC236}">
                <a16:creationId xmlns:a16="http://schemas.microsoft.com/office/drawing/2014/main" id="{DCE8155F-FC2C-5658-588A-60108FE61F59}"/>
              </a:ext>
            </a:extLst>
          </p:cNvPr>
          <p:cNvSpPr txBox="1"/>
          <p:nvPr/>
        </p:nvSpPr>
        <p:spPr>
          <a:xfrm flipH="1">
            <a:off x="-3" y="312644"/>
            <a:ext cx="12192001"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Basics</a:t>
            </a:r>
          </a:p>
        </p:txBody>
      </p:sp>
    </p:spTree>
    <p:extLst>
      <p:ext uri="{BB962C8B-B14F-4D97-AF65-F5344CB8AC3E}">
        <p14:creationId xmlns:p14="http://schemas.microsoft.com/office/powerpoint/2010/main" val="35954580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6116301D-937B-422A-B355-1DF3CC0743A0}"/>
                                            </p:graphicEl>
                                          </p:spTgt>
                                        </p:tgtEl>
                                        <p:attrNameLst>
                                          <p:attrName>style.visibility</p:attrName>
                                        </p:attrNameLst>
                                      </p:cBhvr>
                                      <p:to>
                                        <p:strVal val="visible"/>
                                      </p:to>
                                    </p:set>
                                    <p:anim calcmode="lin" valueType="num">
                                      <p:cBhvr additive="base">
                                        <p:cTn id="7" dur="500" fill="hold"/>
                                        <p:tgtEl>
                                          <p:spTgt spid="3">
                                            <p:graphicEl>
                                              <a:dgm id="{6116301D-937B-422A-B355-1DF3CC0743A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6116301D-937B-422A-B355-1DF3CC0743A0}"/>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BA09580F-7F72-4E1F-84FF-3B8A47DF6ABD}"/>
                                            </p:graphicEl>
                                          </p:spTgt>
                                        </p:tgtEl>
                                        <p:attrNameLst>
                                          <p:attrName>style.visibility</p:attrName>
                                        </p:attrNameLst>
                                      </p:cBhvr>
                                      <p:to>
                                        <p:strVal val="visible"/>
                                      </p:to>
                                    </p:set>
                                    <p:anim calcmode="lin" valueType="num">
                                      <p:cBhvr additive="base">
                                        <p:cTn id="13" dur="500" fill="hold"/>
                                        <p:tgtEl>
                                          <p:spTgt spid="3">
                                            <p:graphicEl>
                                              <a:dgm id="{BA09580F-7F72-4E1F-84FF-3B8A47DF6AB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BA09580F-7F72-4E1F-84FF-3B8A47DF6AB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26657967-9B0F-4F24-AF8D-E18C2BF26F09}"/>
                                            </p:graphicEl>
                                          </p:spTgt>
                                        </p:tgtEl>
                                        <p:attrNameLst>
                                          <p:attrName>style.visibility</p:attrName>
                                        </p:attrNameLst>
                                      </p:cBhvr>
                                      <p:to>
                                        <p:strVal val="visible"/>
                                      </p:to>
                                    </p:set>
                                    <p:anim calcmode="lin" valueType="num">
                                      <p:cBhvr additive="base">
                                        <p:cTn id="19" dur="500" fill="hold"/>
                                        <p:tgtEl>
                                          <p:spTgt spid="3">
                                            <p:graphicEl>
                                              <a:dgm id="{26657967-9B0F-4F24-AF8D-E18C2BF26F09}"/>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26657967-9B0F-4F24-AF8D-E18C2BF26F09}"/>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graphicEl>
                                              <a:dgm id="{25F72621-0F50-474D-A6B2-2D3CEF7B39D0}"/>
                                            </p:graphicEl>
                                          </p:spTgt>
                                        </p:tgtEl>
                                        <p:attrNameLst>
                                          <p:attrName>style.visibility</p:attrName>
                                        </p:attrNameLst>
                                      </p:cBhvr>
                                      <p:to>
                                        <p:strVal val="visible"/>
                                      </p:to>
                                    </p:set>
                                    <p:anim calcmode="lin" valueType="num">
                                      <p:cBhvr additive="base">
                                        <p:cTn id="25" dur="500" fill="hold"/>
                                        <p:tgtEl>
                                          <p:spTgt spid="3">
                                            <p:graphicEl>
                                              <a:dgm id="{25F72621-0F50-474D-A6B2-2D3CEF7B39D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25F72621-0F50-474D-A6B2-2D3CEF7B39D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graphicEl>
                                              <a:dgm id="{18C3BE7A-2549-4333-972F-E572BE657023}"/>
                                            </p:graphicEl>
                                          </p:spTgt>
                                        </p:tgtEl>
                                        <p:attrNameLst>
                                          <p:attrName>style.visibility</p:attrName>
                                        </p:attrNameLst>
                                      </p:cBhvr>
                                      <p:to>
                                        <p:strVal val="visible"/>
                                      </p:to>
                                    </p:set>
                                    <p:anim calcmode="lin" valueType="num">
                                      <p:cBhvr additive="base">
                                        <p:cTn id="31" dur="500" fill="hold"/>
                                        <p:tgtEl>
                                          <p:spTgt spid="3">
                                            <p:graphicEl>
                                              <a:dgm id="{18C3BE7A-2549-4333-972F-E572BE657023}"/>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18C3BE7A-2549-4333-972F-E572BE657023}"/>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graphicEl>
                                              <a:dgm id="{0ADCDEEB-2636-40F2-9531-0E1FD54328C6}"/>
                                            </p:graphicEl>
                                          </p:spTgt>
                                        </p:tgtEl>
                                        <p:attrNameLst>
                                          <p:attrName>style.visibility</p:attrName>
                                        </p:attrNameLst>
                                      </p:cBhvr>
                                      <p:to>
                                        <p:strVal val="visible"/>
                                      </p:to>
                                    </p:set>
                                    <p:anim calcmode="lin" valueType="num">
                                      <p:cBhvr additive="base">
                                        <p:cTn id="37" dur="500" fill="hold"/>
                                        <p:tgtEl>
                                          <p:spTgt spid="3">
                                            <p:graphicEl>
                                              <a:dgm id="{0ADCDEEB-2636-40F2-9531-0E1FD54328C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0ADCDEEB-2636-40F2-9531-0E1FD54328C6}"/>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graphicEl>
                                              <a:dgm id="{0EE71C2D-9076-4076-93DC-6275C7B1573F}"/>
                                            </p:graphicEl>
                                          </p:spTgt>
                                        </p:tgtEl>
                                        <p:attrNameLst>
                                          <p:attrName>style.visibility</p:attrName>
                                        </p:attrNameLst>
                                      </p:cBhvr>
                                      <p:to>
                                        <p:strVal val="visible"/>
                                      </p:to>
                                    </p:set>
                                    <p:anim calcmode="lin" valueType="num">
                                      <p:cBhvr additive="base">
                                        <p:cTn id="43" dur="500" fill="hold"/>
                                        <p:tgtEl>
                                          <p:spTgt spid="3">
                                            <p:graphicEl>
                                              <a:dgm id="{0EE71C2D-9076-4076-93DC-6275C7B1573F}"/>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graphicEl>
                                              <a:dgm id="{0EE71C2D-9076-4076-93DC-6275C7B1573F}"/>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graphicEl>
                                              <a:dgm id="{F885D2FA-99D1-4110-870E-878A9B08C7B4}"/>
                                            </p:graphicEl>
                                          </p:spTgt>
                                        </p:tgtEl>
                                        <p:attrNameLst>
                                          <p:attrName>style.visibility</p:attrName>
                                        </p:attrNameLst>
                                      </p:cBhvr>
                                      <p:to>
                                        <p:strVal val="visible"/>
                                      </p:to>
                                    </p:set>
                                    <p:anim calcmode="lin" valueType="num">
                                      <p:cBhvr additive="base">
                                        <p:cTn id="49" dur="500" fill="hold"/>
                                        <p:tgtEl>
                                          <p:spTgt spid="3">
                                            <p:graphicEl>
                                              <a:dgm id="{F885D2FA-99D1-4110-870E-878A9B08C7B4}"/>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graphicEl>
                                              <a:dgm id="{F885D2FA-99D1-4110-870E-878A9B08C7B4}"/>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graphicEl>
                                              <a:dgm id="{37B5EE4A-30F3-4F21-B837-5C0A4271F4FA}"/>
                                            </p:graphicEl>
                                          </p:spTgt>
                                        </p:tgtEl>
                                        <p:attrNameLst>
                                          <p:attrName>style.visibility</p:attrName>
                                        </p:attrNameLst>
                                      </p:cBhvr>
                                      <p:to>
                                        <p:strVal val="visible"/>
                                      </p:to>
                                    </p:set>
                                    <p:anim calcmode="lin" valueType="num">
                                      <p:cBhvr additive="base">
                                        <p:cTn id="55" dur="500" fill="hold"/>
                                        <p:tgtEl>
                                          <p:spTgt spid="3">
                                            <p:graphicEl>
                                              <a:dgm id="{37B5EE4A-30F3-4F21-B837-5C0A4271F4FA}"/>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graphicEl>
                                              <a:dgm id="{37B5EE4A-30F3-4F21-B837-5C0A4271F4FA}"/>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graphicEl>
                                              <a:dgm id="{E8909AFF-5EA0-40D8-9454-68EA75427D7E}"/>
                                            </p:graphicEl>
                                          </p:spTgt>
                                        </p:tgtEl>
                                        <p:attrNameLst>
                                          <p:attrName>style.visibility</p:attrName>
                                        </p:attrNameLst>
                                      </p:cBhvr>
                                      <p:to>
                                        <p:strVal val="visible"/>
                                      </p:to>
                                    </p:set>
                                    <p:anim calcmode="lin" valueType="num">
                                      <p:cBhvr additive="base">
                                        <p:cTn id="61" dur="500" fill="hold"/>
                                        <p:tgtEl>
                                          <p:spTgt spid="3">
                                            <p:graphicEl>
                                              <a:dgm id="{E8909AFF-5EA0-40D8-9454-68EA75427D7E}"/>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graphicEl>
                                              <a:dgm id="{E8909AFF-5EA0-40D8-9454-68EA75427D7E}"/>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graphicEl>
                                              <a:dgm id="{1A4FC12D-E360-4542-A1AD-E0AA346640C9}"/>
                                            </p:graphicEl>
                                          </p:spTgt>
                                        </p:tgtEl>
                                        <p:attrNameLst>
                                          <p:attrName>style.visibility</p:attrName>
                                        </p:attrNameLst>
                                      </p:cBhvr>
                                      <p:to>
                                        <p:strVal val="visible"/>
                                      </p:to>
                                    </p:set>
                                    <p:anim calcmode="lin" valueType="num">
                                      <p:cBhvr additive="base">
                                        <p:cTn id="67" dur="500" fill="hold"/>
                                        <p:tgtEl>
                                          <p:spTgt spid="3">
                                            <p:graphicEl>
                                              <a:dgm id="{1A4FC12D-E360-4542-A1AD-E0AA346640C9}"/>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graphicEl>
                                              <a:dgm id="{1A4FC12D-E360-4542-A1AD-E0AA346640C9}"/>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graphicEl>
                                              <a:dgm id="{FAB65F64-FD02-42F8-A845-F683AB09E8B8}"/>
                                            </p:graphicEl>
                                          </p:spTgt>
                                        </p:tgtEl>
                                        <p:attrNameLst>
                                          <p:attrName>style.visibility</p:attrName>
                                        </p:attrNameLst>
                                      </p:cBhvr>
                                      <p:to>
                                        <p:strVal val="visible"/>
                                      </p:to>
                                    </p:set>
                                    <p:anim calcmode="lin" valueType="num">
                                      <p:cBhvr additive="base">
                                        <p:cTn id="73" dur="500" fill="hold"/>
                                        <p:tgtEl>
                                          <p:spTgt spid="3">
                                            <p:graphicEl>
                                              <a:dgm id="{FAB65F64-FD02-42F8-A845-F683AB09E8B8}"/>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graphicEl>
                                              <a:dgm id="{FAB65F64-FD02-42F8-A845-F683AB09E8B8}"/>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7D63547-379C-4552-088F-38294A1DA102}"/>
              </a:ext>
            </a:extLst>
          </p:cNvPr>
          <p:cNvGraphicFramePr/>
          <p:nvPr>
            <p:extLst>
              <p:ext uri="{D42A27DB-BD31-4B8C-83A1-F6EECF244321}">
                <p14:modId xmlns:p14="http://schemas.microsoft.com/office/powerpoint/2010/main" val="2364303083"/>
              </p:ext>
            </p:extLst>
          </p:nvPr>
        </p:nvGraphicFramePr>
        <p:xfrm>
          <a:off x="581024" y="1"/>
          <a:ext cx="10963275" cy="4038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B2C5D0D-CFAE-9FE9-2C50-CCB7F44F60D2}"/>
                  </a:ext>
                </a:extLst>
              </p:cNvPr>
              <p:cNvSpPr txBox="1"/>
              <p:nvPr/>
            </p:nvSpPr>
            <p:spPr>
              <a:xfrm>
                <a:off x="4562475" y="2695575"/>
                <a:ext cx="26289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𝒅𝑾</m:t>
                      </m:r>
                      <m:r>
                        <a:rPr lang="en-US" sz="2400" b="1" i="1" smtClean="0">
                          <a:latin typeface="Cambria Math" panose="02040503050406030204" pitchFamily="18" charset="0"/>
                        </a:rPr>
                        <m:t>=</m:t>
                      </m:r>
                      <m:r>
                        <a:rPr lang="en-US" sz="2400" b="1" i="1" smtClean="0">
                          <a:latin typeface="Cambria Math" panose="02040503050406030204" pitchFamily="18" charset="0"/>
                        </a:rPr>
                        <m:t>𝑽</m:t>
                      </m:r>
                      <m:r>
                        <a:rPr lang="en-US" sz="2400" b="1" i="1" smtClean="0">
                          <a:latin typeface="Cambria Math" panose="02040503050406030204" pitchFamily="18" charset="0"/>
                        </a:rPr>
                        <m:t>.</m:t>
                      </m:r>
                      <m:r>
                        <a:rPr lang="en-US" sz="2400" b="1" i="1" smtClean="0">
                          <a:latin typeface="Cambria Math" panose="02040503050406030204" pitchFamily="18" charset="0"/>
                        </a:rPr>
                        <m:t>𝒅𝒒</m:t>
                      </m:r>
                    </m:oMath>
                  </m:oMathPara>
                </a14:m>
                <a:endParaRPr lang="en-US" sz="2400" b="1" dirty="0"/>
              </a:p>
            </p:txBody>
          </p:sp>
        </mc:Choice>
        <mc:Fallback xmlns="">
          <p:sp>
            <p:nvSpPr>
              <p:cNvPr id="3" name="TextBox 2">
                <a:extLst>
                  <a:ext uri="{FF2B5EF4-FFF2-40B4-BE49-F238E27FC236}">
                    <a16:creationId xmlns:a16="http://schemas.microsoft.com/office/drawing/2014/main" id="{7B2C5D0D-CFAE-9FE9-2C50-CCB7F44F60D2}"/>
                  </a:ext>
                </a:extLst>
              </p:cNvPr>
              <p:cNvSpPr txBox="1">
                <a:spLocks noRot="1" noChangeAspect="1" noMove="1" noResize="1" noEditPoints="1" noAdjustHandles="1" noChangeArrowheads="1" noChangeShapeType="1" noTextEdit="1"/>
              </p:cNvSpPr>
              <p:nvPr/>
            </p:nvSpPr>
            <p:spPr>
              <a:xfrm>
                <a:off x="4562475" y="2695575"/>
                <a:ext cx="2628900" cy="461665"/>
              </a:xfrm>
              <a:prstGeom prst="rect">
                <a:avLst/>
              </a:prstGeom>
              <a:blipFill>
                <a:blip r:embed="rId8"/>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F7C81F-49C9-F138-9A4F-5BE21E4797C2}"/>
                  </a:ext>
                </a:extLst>
              </p:cNvPr>
              <p:cNvSpPr txBox="1"/>
              <p:nvPr/>
            </p:nvSpPr>
            <p:spPr>
              <a:xfrm>
                <a:off x="5153025" y="3295650"/>
                <a:ext cx="1447800" cy="85581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𝑽</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𝒅𝑾</m:t>
                          </m:r>
                        </m:num>
                        <m:den>
                          <m:r>
                            <a:rPr lang="en-US" sz="2400" b="1" i="1" smtClean="0">
                              <a:latin typeface="Cambria Math" panose="02040503050406030204" pitchFamily="18" charset="0"/>
                            </a:rPr>
                            <m:t>𝒅𝒒</m:t>
                          </m:r>
                        </m:den>
                      </m:f>
                    </m:oMath>
                  </m:oMathPara>
                </a14:m>
                <a:endParaRPr lang="en-US" sz="2400" b="1" dirty="0"/>
              </a:p>
            </p:txBody>
          </p:sp>
        </mc:Choice>
        <mc:Fallback xmlns="">
          <p:sp>
            <p:nvSpPr>
              <p:cNvPr id="4" name="TextBox 3">
                <a:extLst>
                  <a:ext uri="{FF2B5EF4-FFF2-40B4-BE49-F238E27FC236}">
                    <a16:creationId xmlns:a16="http://schemas.microsoft.com/office/drawing/2014/main" id="{69F7C81F-49C9-F138-9A4F-5BE21E4797C2}"/>
                  </a:ext>
                </a:extLst>
              </p:cNvPr>
              <p:cNvSpPr txBox="1">
                <a:spLocks noRot="1" noChangeAspect="1" noMove="1" noResize="1" noEditPoints="1" noAdjustHandles="1" noChangeArrowheads="1" noChangeShapeType="1" noTextEdit="1"/>
              </p:cNvSpPr>
              <p:nvPr/>
            </p:nvSpPr>
            <p:spPr>
              <a:xfrm>
                <a:off x="5153025" y="3295650"/>
                <a:ext cx="1447800" cy="85581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1DD71A5-99B2-0647-DC53-28B9E4EBF303}"/>
                  </a:ext>
                </a:extLst>
              </p:cNvPr>
              <p:cNvSpPr txBox="1"/>
              <p:nvPr/>
            </p:nvSpPr>
            <p:spPr>
              <a:xfrm>
                <a:off x="5153025" y="4237575"/>
                <a:ext cx="1447800" cy="7935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𝑷</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𝒅𝑾</m:t>
                          </m:r>
                        </m:num>
                        <m:den>
                          <m:r>
                            <a:rPr lang="en-US" sz="2400" b="1" i="1" smtClean="0">
                              <a:latin typeface="Cambria Math" panose="02040503050406030204" pitchFamily="18" charset="0"/>
                            </a:rPr>
                            <m:t>𝒅𝒕</m:t>
                          </m:r>
                        </m:den>
                      </m:f>
                    </m:oMath>
                  </m:oMathPara>
                </a14:m>
                <a:endParaRPr lang="en-US" sz="2400" b="1" dirty="0"/>
              </a:p>
            </p:txBody>
          </p:sp>
        </mc:Choice>
        <mc:Fallback xmlns="">
          <p:sp>
            <p:nvSpPr>
              <p:cNvPr id="5" name="TextBox 4">
                <a:extLst>
                  <a:ext uri="{FF2B5EF4-FFF2-40B4-BE49-F238E27FC236}">
                    <a16:creationId xmlns:a16="http://schemas.microsoft.com/office/drawing/2014/main" id="{A1DD71A5-99B2-0647-DC53-28B9E4EBF303}"/>
                  </a:ext>
                </a:extLst>
              </p:cNvPr>
              <p:cNvSpPr txBox="1">
                <a:spLocks noRot="1" noChangeAspect="1" noMove="1" noResize="1" noEditPoints="1" noAdjustHandles="1" noChangeArrowheads="1" noChangeShapeType="1" noTextEdit="1"/>
              </p:cNvSpPr>
              <p:nvPr/>
            </p:nvSpPr>
            <p:spPr>
              <a:xfrm>
                <a:off x="5153025" y="4237575"/>
                <a:ext cx="1447800" cy="79355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74D9DC-5677-9CD4-FAB3-F7C8826DD943}"/>
                  </a:ext>
                </a:extLst>
              </p:cNvPr>
              <p:cNvSpPr txBox="1"/>
              <p:nvPr/>
            </p:nvSpPr>
            <p:spPr>
              <a:xfrm>
                <a:off x="4695825" y="5094720"/>
                <a:ext cx="1905000" cy="85581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𝑷</m:t>
                      </m:r>
                      <m:r>
                        <a:rPr lang="en-US" sz="2400" b="1" i="1"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𝒅𝑾</m:t>
                          </m:r>
                        </m:num>
                        <m:den>
                          <m:r>
                            <a:rPr lang="en-US" sz="2400" b="1" i="1" smtClean="0">
                              <a:latin typeface="Cambria Math" panose="02040503050406030204" pitchFamily="18" charset="0"/>
                            </a:rPr>
                            <m:t>𝒅𝒒</m:t>
                          </m:r>
                        </m:den>
                      </m:f>
                      <m:r>
                        <a:rPr lang="en-US" sz="2400" b="1" i="1" smtClean="0">
                          <a:latin typeface="Cambria Math" panose="02040503050406030204" pitchFamily="18" charset="0"/>
                        </a:rPr>
                        <m:t>. </m:t>
                      </m:r>
                      <m:f>
                        <m:fPr>
                          <m:ctrlPr>
                            <a:rPr lang="en-US" sz="2400" b="1" i="1">
                              <a:latin typeface="Cambria Math" panose="02040503050406030204" pitchFamily="18" charset="0"/>
                            </a:rPr>
                          </m:ctrlPr>
                        </m:fPr>
                        <m:num>
                          <m:r>
                            <a:rPr lang="en-US" sz="2400" b="1" i="1">
                              <a:latin typeface="Cambria Math" panose="02040503050406030204" pitchFamily="18" charset="0"/>
                            </a:rPr>
                            <m:t>𝒅</m:t>
                          </m:r>
                          <m:r>
                            <a:rPr lang="en-US" sz="2400" b="1" i="1" smtClean="0">
                              <a:latin typeface="Cambria Math" panose="02040503050406030204" pitchFamily="18" charset="0"/>
                            </a:rPr>
                            <m:t>𝒒</m:t>
                          </m:r>
                        </m:num>
                        <m:den>
                          <m:r>
                            <a:rPr lang="en-US" sz="2400" b="1" i="1">
                              <a:latin typeface="Cambria Math" panose="02040503050406030204" pitchFamily="18" charset="0"/>
                            </a:rPr>
                            <m:t>𝒅𝒕</m:t>
                          </m:r>
                        </m:den>
                      </m:f>
                    </m:oMath>
                  </m:oMathPara>
                </a14:m>
                <a:endParaRPr lang="en-US" sz="2400" b="1" dirty="0"/>
              </a:p>
            </p:txBody>
          </p:sp>
        </mc:Choice>
        <mc:Fallback xmlns="">
          <p:sp>
            <p:nvSpPr>
              <p:cNvPr id="6" name="TextBox 5">
                <a:extLst>
                  <a:ext uri="{FF2B5EF4-FFF2-40B4-BE49-F238E27FC236}">
                    <a16:creationId xmlns:a16="http://schemas.microsoft.com/office/drawing/2014/main" id="{A674D9DC-5677-9CD4-FAB3-F7C8826DD943}"/>
                  </a:ext>
                </a:extLst>
              </p:cNvPr>
              <p:cNvSpPr txBox="1">
                <a:spLocks noRot="1" noChangeAspect="1" noMove="1" noResize="1" noEditPoints="1" noAdjustHandles="1" noChangeArrowheads="1" noChangeShapeType="1" noTextEdit="1"/>
              </p:cNvSpPr>
              <p:nvPr/>
            </p:nvSpPr>
            <p:spPr>
              <a:xfrm>
                <a:off x="4695825" y="5094720"/>
                <a:ext cx="1905000" cy="85581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7A6C40E-FFA8-7CB8-8B52-9FDF5DF0E009}"/>
                  </a:ext>
                </a:extLst>
              </p:cNvPr>
              <p:cNvSpPr txBox="1"/>
              <p:nvPr/>
            </p:nvSpPr>
            <p:spPr>
              <a:xfrm>
                <a:off x="4562475" y="6109215"/>
                <a:ext cx="26289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𝑷</m:t>
                      </m:r>
                      <m:r>
                        <a:rPr lang="en-US" sz="2400" b="1" i="1" smtClean="0">
                          <a:latin typeface="Cambria Math" panose="02040503050406030204" pitchFamily="18" charset="0"/>
                        </a:rPr>
                        <m:t>=</m:t>
                      </m:r>
                      <m:r>
                        <a:rPr lang="en-US" sz="2400" b="1" i="1" smtClean="0">
                          <a:latin typeface="Cambria Math" panose="02040503050406030204" pitchFamily="18" charset="0"/>
                        </a:rPr>
                        <m:t>𝑽</m:t>
                      </m:r>
                      <m:r>
                        <a:rPr lang="en-US" sz="2400" b="1" i="1" smtClean="0">
                          <a:latin typeface="Cambria Math" panose="02040503050406030204" pitchFamily="18" charset="0"/>
                        </a:rPr>
                        <m:t>.</m:t>
                      </m:r>
                      <m:r>
                        <a:rPr lang="en-US" sz="2400" b="1" i="1" smtClean="0">
                          <a:latin typeface="Cambria Math" panose="02040503050406030204" pitchFamily="18" charset="0"/>
                        </a:rPr>
                        <m:t>𝑰</m:t>
                      </m:r>
                    </m:oMath>
                  </m:oMathPara>
                </a14:m>
                <a:endParaRPr lang="en-US" sz="2400" b="1" dirty="0"/>
              </a:p>
            </p:txBody>
          </p:sp>
        </mc:Choice>
        <mc:Fallback xmlns="">
          <p:sp>
            <p:nvSpPr>
              <p:cNvPr id="7" name="TextBox 6">
                <a:extLst>
                  <a:ext uri="{FF2B5EF4-FFF2-40B4-BE49-F238E27FC236}">
                    <a16:creationId xmlns:a16="http://schemas.microsoft.com/office/drawing/2014/main" id="{A7A6C40E-FFA8-7CB8-8B52-9FDF5DF0E009}"/>
                  </a:ext>
                </a:extLst>
              </p:cNvPr>
              <p:cNvSpPr txBox="1">
                <a:spLocks noRot="1" noChangeAspect="1" noMove="1" noResize="1" noEditPoints="1" noAdjustHandles="1" noChangeArrowheads="1" noChangeShapeType="1" noTextEdit="1"/>
              </p:cNvSpPr>
              <p:nvPr/>
            </p:nvSpPr>
            <p:spPr>
              <a:xfrm>
                <a:off x="4562475" y="6109215"/>
                <a:ext cx="2628900"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DE6E475-893B-0252-E12F-0A39C210F35A}"/>
                  </a:ext>
                </a:extLst>
              </p:cNvPr>
              <p:cNvSpPr txBox="1"/>
              <p:nvPr/>
            </p:nvSpPr>
            <p:spPr>
              <a:xfrm>
                <a:off x="7877175" y="4271097"/>
                <a:ext cx="1884682" cy="8222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𝑾</m:t>
                      </m:r>
                      <m:r>
                        <a:rPr lang="en-US" sz="2400" b="1" i="1" smtClean="0">
                          <a:latin typeface="Cambria Math" panose="02040503050406030204" pitchFamily="18" charset="0"/>
                        </a:rPr>
                        <m:t>=</m:t>
                      </m:r>
                      <m:nary>
                        <m:naryPr>
                          <m:ctrlPr>
                            <a:rPr lang="en-US" sz="2400" b="1" i="1" smtClean="0">
                              <a:latin typeface="Cambria Math" panose="02040503050406030204" pitchFamily="18" charset="0"/>
                            </a:rPr>
                          </m:ctrlPr>
                        </m:naryPr>
                        <m:sub>
                          <m:r>
                            <m:rPr>
                              <m:brk m:alnAt="23"/>
                            </m:rPr>
                            <a:rPr lang="en-US" sz="2400" b="1" i="1" smtClean="0">
                              <a:latin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m:t>
                          </m:r>
                        </m:sub>
                        <m:sup>
                          <m:r>
                            <a:rPr lang="en-US" sz="2400" b="1" i="1" smtClean="0">
                              <a:latin typeface="Cambria Math" panose="02040503050406030204" pitchFamily="18" charset="0"/>
                            </a:rPr>
                            <m:t>𝒕</m:t>
                          </m:r>
                        </m:sup>
                        <m:e>
                          <m:r>
                            <a:rPr lang="en-US" sz="2400" b="1" i="1" smtClean="0">
                              <a:latin typeface="Cambria Math" panose="02040503050406030204" pitchFamily="18" charset="0"/>
                            </a:rPr>
                            <m:t>𝑷</m:t>
                          </m:r>
                          <m:r>
                            <a:rPr lang="en-US" sz="2400" b="1" i="1" smtClean="0">
                              <a:latin typeface="Cambria Math" panose="02040503050406030204" pitchFamily="18" charset="0"/>
                            </a:rPr>
                            <m:t> </m:t>
                          </m:r>
                          <m:r>
                            <a:rPr lang="en-US" sz="2400" b="1" i="1" smtClean="0">
                              <a:latin typeface="Cambria Math" panose="02040503050406030204" pitchFamily="18" charset="0"/>
                            </a:rPr>
                            <m:t>𝒅𝒕</m:t>
                          </m:r>
                        </m:e>
                      </m:nary>
                    </m:oMath>
                  </m:oMathPara>
                </a14:m>
                <a:endParaRPr lang="en-US" sz="2400" b="1" dirty="0"/>
              </a:p>
            </p:txBody>
          </p:sp>
        </mc:Choice>
        <mc:Fallback xmlns="">
          <p:sp>
            <p:nvSpPr>
              <p:cNvPr id="8" name="TextBox 7">
                <a:extLst>
                  <a:ext uri="{FF2B5EF4-FFF2-40B4-BE49-F238E27FC236}">
                    <a16:creationId xmlns:a16="http://schemas.microsoft.com/office/drawing/2014/main" id="{4DE6E475-893B-0252-E12F-0A39C210F35A}"/>
                  </a:ext>
                </a:extLst>
              </p:cNvPr>
              <p:cNvSpPr txBox="1">
                <a:spLocks noRot="1" noChangeAspect="1" noMove="1" noResize="1" noEditPoints="1" noAdjustHandles="1" noChangeArrowheads="1" noChangeShapeType="1" noTextEdit="1"/>
              </p:cNvSpPr>
              <p:nvPr/>
            </p:nvSpPr>
            <p:spPr>
              <a:xfrm>
                <a:off x="7877175" y="4271097"/>
                <a:ext cx="1884682" cy="82227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C57670A-AADD-87D8-5ED8-C7B2AED9613A}"/>
                  </a:ext>
                </a:extLst>
              </p:cNvPr>
              <p:cNvSpPr txBox="1"/>
              <p:nvPr/>
            </p:nvSpPr>
            <p:spPr>
              <a:xfrm>
                <a:off x="7877175" y="5186801"/>
                <a:ext cx="2008114" cy="8222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𝑾</m:t>
                      </m:r>
                      <m:r>
                        <a:rPr lang="en-US" sz="2400" b="1" i="1" smtClean="0">
                          <a:latin typeface="Cambria Math" panose="02040503050406030204" pitchFamily="18" charset="0"/>
                        </a:rPr>
                        <m:t>=</m:t>
                      </m:r>
                      <m:nary>
                        <m:naryPr>
                          <m:ctrlPr>
                            <a:rPr lang="en-US" sz="2400" b="1" i="1" smtClean="0">
                              <a:latin typeface="Cambria Math" panose="02040503050406030204" pitchFamily="18" charset="0"/>
                            </a:rPr>
                          </m:ctrlPr>
                        </m:naryPr>
                        <m:sub>
                          <m:r>
                            <m:rPr>
                              <m:brk m:alnAt="23"/>
                            </m:rPr>
                            <a:rPr lang="en-US" sz="2400" b="1" i="1" smtClean="0">
                              <a:latin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m:t>
                          </m:r>
                        </m:sub>
                        <m:sup>
                          <m:r>
                            <a:rPr lang="en-US" sz="2400" b="1" i="1" smtClean="0">
                              <a:latin typeface="Cambria Math" panose="02040503050406030204" pitchFamily="18" charset="0"/>
                            </a:rPr>
                            <m:t>𝒕</m:t>
                          </m:r>
                        </m:sup>
                        <m:e>
                          <m:r>
                            <a:rPr lang="en-US" sz="2400" b="1" i="1" smtClean="0">
                              <a:latin typeface="Cambria Math" panose="02040503050406030204" pitchFamily="18" charset="0"/>
                            </a:rPr>
                            <m:t>𝑽𝑰</m:t>
                          </m:r>
                          <m:r>
                            <a:rPr lang="en-US" sz="2400" b="1" i="1" smtClean="0">
                              <a:latin typeface="Cambria Math" panose="02040503050406030204" pitchFamily="18" charset="0"/>
                            </a:rPr>
                            <m:t> </m:t>
                          </m:r>
                          <m:r>
                            <a:rPr lang="en-US" sz="2400" b="1" i="1" smtClean="0">
                              <a:latin typeface="Cambria Math" panose="02040503050406030204" pitchFamily="18" charset="0"/>
                            </a:rPr>
                            <m:t>𝒅𝒕</m:t>
                          </m:r>
                        </m:e>
                      </m:nary>
                    </m:oMath>
                  </m:oMathPara>
                </a14:m>
                <a:endParaRPr lang="en-US" sz="2400" b="1" dirty="0"/>
              </a:p>
            </p:txBody>
          </p:sp>
        </mc:Choice>
        <mc:Fallback xmlns="">
          <p:sp>
            <p:nvSpPr>
              <p:cNvPr id="9" name="TextBox 8">
                <a:extLst>
                  <a:ext uri="{FF2B5EF4-FFF2-40B4-BE49-F238E27FC236}">
                    <a16:creationId xmlns:a16="http://schemas.microsoft.com/office/drawing/2014/main" id="{4C57670A-AADD-87D8-5ED8-C7B2AED9613A}"/>
                  </a:ext>
                </a:extLst>
              </p:cNvPr>
              <p:cNvSpPr txBox="1">
                <a:spLocks noRot="1" noChangeAspect="1" noMove="1" noResize="1" noEditPoints="1" noAdjustHandles="1" noChangeArrowheads="1" noChangeShapeType="1" noTextEdit="1"/>
              </p:cNvSpPr>
              <p:nvPr/>
            </p:nvSpPr>
            <p:spPr>
              <a:xfrm>
                <a:off x="7877175" y="5186801"/>
                <a:ext cx="2008114" cy="822276"/>
              </a:xfrm>
              <a:prstGeom prst="rect">
                <a:avLst/>
              </a:prstGeom>
              <a:blipFill>
                <a:blip r:embed="rId14"/>
                <a:stretch>
                  <a:fillRect/>
                </a:stretch>
              </a:blipFill>
            </p:spPr>
            <p:txBody>
              <a:bodyPr/>
              <a:lstStyle/>
              <a:p>
                <a:r>
                  <a:rPr lang="en-US">
                    <a:noFill/>
                  </a:rPr>
                  <a:t> </a:t>
                </a:r>
              </a:p>
            </p:txBody>
          </p:sp>
        </mc:Fallback>
      </mc:AlternateContent>
      <p:sp>
        <p:nvSpPr>
          <p:cNvPr id="12" name="Arrow: Right 11">
            <a:extLst>
              <a:ext uri="{FF2B5EF4-FFF2-40B4-BE49-F238E27FC236}">
                <a16:creationId xmlns:a16="http://schemas.microsoft.com/office/drawing/2014/main" id="{7C5EF5C9-7D4E-2260-B7A3-6A9E8198C29F}"/>
              </a:ext>
            </a:extLst>
          </p:cNvPr>
          <p:cNvSpPr/>
          <p:nvPr/>
        </p:nvSpPr>
        <p:spPr>
          <a:xfrm>
            <a:off x="6849035" y="4572515"/>
            <a:ext cx="833718" cy="220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10216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anim calcmode="lin" valueType="num">
                                      <p:cBhvr>
                                        <p:cTn id="10" dur="1000" fill="hold"/>
                                        <p:tgtEl>
                                          <p:spTgt spid="2"/>
                                        </p:tgtEl>
                                        <p:attrNameLst>
                                          <p:attrName>ppt_x</p:attrName>
                                        </p:attrNameLst>
                                      </p:cBhvr>
                                      <p:tavLst>
                                        <p:tav tm="0">
                                          <p:val>
                                            <p:fltVal val="0.5"/>
                                          </p:val>
                                        </p:tav>
                                        <p:tav tm="100000">
                                          <p:val>
                                            <p:strVal val="#ppt_x"/>
                                          </p:val>
                                        </p:tav>
                                      </p:tavLst>
                                    </p:anim>
                                    <p:anim calcmode="lin" valueType="num">
                                      <p:cBhvr>
                                        <p:cTn id="11" dur="10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0-#ppt_w/2"/>
                                          </p:val>
                                        </p:tav>
                                        <p:tav tm="100000">
                                          <p:val>
                                            <p:strVal val="#ppt_x"/>
                                          </p:val>
                                        </p:tav>
                                      </p:tavLst>
                                    </p:anim>
                                    <p:anim calcmode="lin" valueType="num">
                                      <p:cBhvr additive="base">
                                        <p:cTn id="51"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1000"/>
                                        <p:tgtEl>
                                          <p:spTgt spid="9"/>
                                        </p:tgtEl>
                                      </p:cBhvr>
                                    </p:animEffect>
                                    <p:anim calcmode="lin" valueType="num">
                                      <p:cBhvr>
                                        <p:cTn id="64" dur="1000" fill="hold"/>
                                        <p:tgtEl>
                                          <p:spTgt spid="9"/>
                                        </p:tgtEl>
                                        <p:attrNameLst>
                                          <p:attrName>ppt_x</p:attrName>
                                        </p:attrNameLst>
                                      </p:cBhvr>
                                      <p:tavLst>
                                        <p:tav tm="0">
                                          <p:val>
                                            <p:strVal val="#ppt_x"/>
                                          </p:val>
                                        </p:tav>
                                        <p:tav tm="100000">
                                          <p:val>
                                            <p:strVal val="#ppt_x"/>
                                          </p:val>
                                        </p:tav>
                                      </p:tavLst>
                                    </p:anim>
                                    <p:anim calcmode="lin" valueType="num">
                                      <p:cBhvr>
                                        <p:cTn id="6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4" grpId="0"/>
      <p:bldP spid="5" grpId="0"/>
      <p:bldP spid="6" grpId="0"/>
      <p:bldP spid="7" grpId="0"/>
      <p:bldP spid="8" grpId="0"/>
      <p:bldP spid="9" grpId="0"/>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2425A8-BFF0-2824-D9B4-A93EDCB55BB2}"/>
              </a:ext>
            </a:extLst>
          </p:cNvPr>
          <p:cNvSpPr txBox="1"/>
          <p:nvPr/>
        </p:nvSpPr>
        <p:spPr>
          <a:xfrm>
            <a:off x="3048000" y="1582341"/>
            <a:ext cx="6096000" cy="369332"/>
          </a:xfrm>
          <a:prstGeom prst="rect">
            <a:avLst/>
          </a:prstGeom>
          <a:noFill/>
        </p:spPr>
        <p:txBody>
          <a:bodyPr wrap="square">
            <a:spAutoFit/>
          </a:bodyPr>
          <a:lstStyle/>
          <a:p>
            <a:pPr algn="l"/>
            <a:endParaRPr lang="en-US" b="0" i="0" dirty="0">
              <a:solidFill>
                <a:srgbClr val="4A4A4A"/>
              </a:solidFill>
              <a:effectLst/>
              <a:latin typeface="Source Sans Pro" panose="020B0503030403020204" pitchFamily="34" charset="0"/>
            </a:endParaRPr>
          </a:p>
        </p:txBody>
      </p:sp>
      <p:sp>
        <p:nvSpPr>
          <p:cNvPr id="2" name="Rectangle 1">
            <a:extLst>
              <a:ext uri="{FF2B5EF4-FFF2-40B4-BE49-F238E27FC236}">
                <a16:creationId xmlns:a16="http://schemas.microsoft.com/office/drawing/2014/main" id="{056EA8FD-5544-4FE3-A4E7-E631E6AF9896}"/>
              </a:ext>
            </a:extLst>
          </p:cNvPr>
          <p:cNvSpPr/>
          <p:nvPr/>
        </p:nvSpPr>
        <p:spPr>
          <a:xfrm>
            <a:off x="2735580" y="2752344"/>
            <a:ext cx="6720840" cy="2688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600" b="1" dirty="0"/>
              <a:t>Thank You !!!</a:t>
            </a:r>
          </a:p>
        </p:txBody>
      </p:sp>
    </p:spTree>
    <p:extLst>
      <p:ext uri="{BB962C8B-B14F-4D97-AF65-F5344CB8AC3E}">
        <p14:creationId xmlns:p14="http://schemas.microsoft.com/office/powerpoint/2010/main" val="759883161"/>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6300</TotalTime>
  <Words>2250</Words>
  <Application>Microsoft Office PowerPoint</Application>
  <PresentationFormat>Widescreen</PresentationFormat>
  <Paragraphs>261</Paragraphs>
  <Slides>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Light</vt:lpstr>
      <vt:lpstr>Cambria Math</vt:lpstr>
      <vt:lpstr>Google Sans</vt:lpstr>
      <vt:lpstr>Source Sans Pro</vt:lpstr>
      <vt:lpstr>Times New Roman</vt:lpstr>
      <vt:lpstr>Metropolitan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gaurav singh</dc:creator>
  <cp:lastModifiedBy>DYPIU</cp:lastModifiedBy>
  <cp:revision>136</cp:revision>
  <dcterms:created xsi:type="dcterms:W3CDTF">2022-09-07T07:22:45Z</dcterms:created>
  <dcterms:modified xsi:type="dcterms:W3CDTF">2025-09-14T10:24:04Z</dcterms:modified>
</cp:coreProperties>
</file>