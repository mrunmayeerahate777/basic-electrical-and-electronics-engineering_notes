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302" r:id="rId2"/>
    <p:sldId id="303" r:id="rId3"/>
    <p:sldId id="264" r:id="rId4"/>
    <p:sldId id="265" r:id="rId5"/>
    <p:sldId id="266" r:id="rId6"/>
    <p:sldId id="267" r:id="rId7"/>
    <p:sldId id="268" r:id="rId8"/>
    <p:sldId id="269" r:id="rId9"/>
    <p:sldId id="30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296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1A4076-2BA5-46A1-A719-94934BB4FD81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86EC73-147B-4744-A753-9FC2A2911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028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CCC6F-D71C-43FE-B589-BB073785CCC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421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2045C-DA37-4164-A520-D9F062F4ED2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398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D7F8B94F-D5FD-4D9B-A185-7C81344BCB9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046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095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771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077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558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890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178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352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D7F8B94F-D5FD-4D9B-A185-7C81344BCB9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2748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305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800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7F8B94F-D5FD-4D9B-A185-7C81344BCB9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055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2D925B0-AE19-E2B9-658A-C8272B84BF68}"/>
              </a:ext>
            </a:extLst>
          </p:cNvPr>
          <p:cNvSpPr txBox="1"/>
          <p:nvPr/>
        </p:nvSpPr>
        <p:spPr>
          <a:xfrm>
            <a:off x="0" y="321839"/>
            <a:ext cx="12191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ELECTRICAL AND ELECTRONICS ENGINEERING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862FAA-F529-C553-DAA9-DE1301ED3032}"/>
              </a:ext>
            </a:extLst>
          </p:cNvPr>
          <p:cNvSpPr txBox="1"/>
          <p:nvPr/>
        </p:nvSpPr>
        <p:spPr>
          <a:xfrm>
            <a:off x="0" y="922475"/>
            <a:ext cx="1219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CSE1002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19A555-6C9B-8A0A-5EF3-8850BD6F8A4C}"/>
              </a:ext>
            </a:extLst>
          </p:cNvPr>
          <p:cNvSpPr txBox="1"/>
          <p:nvPr/>
        </p:nvSpPr>
        <p:spPr>
          <a:xfrm>
            <a:off x="0" y="4616137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Mrunmayee Rahate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Assistant Professor, DYPIU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C1866A-9491-240C-FA66-458DACD07E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886" y="2312437"/>
            <a:ext cx="1800225" cy="18002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642395-5764-B4A9-7211-391B05C4E175}"/>
              </a:ext>
            </a:extLst>
          </p:cNvPr>
          <p:cNvSpPr txBox="1"/>
          <p:nvPr/>
        </p:nvSpPr>
        <p:spPr>
          <a:xfrm>
            <a:off x="2" y="1573301"/>
            <a:ext cx="12191998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SCIENCE ENGINEERING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3906626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BBC2278-4B8F-9818-462E-E7E8827B7D79}"/>
              </a:ext>
            </a:extLst>
          </p:cNvPr>
          <p:cNvSpPr txBox="1"/>
          <p:nvPr/>
        </p:nvSpPr>
        <p:spPr>
          <a:xfrm>
            <a:off x="0" y="1997839"/>
            <a:ext cx="1219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Module 1: Fundamentals of Electrical Circuits</a:t>
            </a:r>
          </a:p>
          <a:p>
            <a:pPr algn="ctr"/>
            <a:endParaRPr lang="en-IN" sz="3600" b="1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FFFF00"/>
                </a:solidFill>
                <a:latin typeface="Arial" panose="020B0604020202020204" pitchFamily="34" charset="0"/>
              </a:rPr>
              <a:t>Lecture 7:</a:t>
            </a:r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</a:rPr>
              <a:t> </a:t>
            </a:r>
          </a:p>
          <a:p>
            <a:pPr algn="ctr" defTabSz="457200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</a:rPr>
              <a:t>Network Theorems: Maximum Power Theorem</a:t>
            </a:r>
            <a:endParaRPr lang="en-IN" sz="4000" b="1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154C5E-51B5-4EEC-C27F-4B5FC2C29E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144" y="197614"/>
            <a:ext cx="1366275" cy="136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0892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DFFE5F-C821-5199-E0FA-F0C6CC71C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" y="0"/>
            <a:ext cx="10839450" cy="555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161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3CFE7B-872F-24F4-CEBB-38AFEF4CD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0"/>
            <a:ext cx="1080135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673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5E15DB4-8786-66CD-539E-EADF2FF94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87" y="0"/>
            <a:ext cx="10791825" cy="5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89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6BFE81-59A0-FEC6-EEE7-FC2060878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62" y="-50334"/>
            <a:ext cx="10810875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367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0EB337-1088-BBE2-96A1-3BA2276A2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0"/>
            <a:ext cx="10858500" cy="574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245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5C602B0-C7A6-A461-2CA5-E6DCA3952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37" y="-109057"/>
            <a:ext cx="10829925" cy="57340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FE10594-471F-47ED-925C-435E3EF856D6}"/>
                  </a:ext>
                </a:extLst>
              </p:cNvPr>
              <p:cNvSpPr/>
              <p:nvPr/>
            </p:nvSpPr>
            <p:spPr>
              <a:xfrm>
                <a:off x="5905849" y="5356545"/>
                <a:ext cx="4957894" cy="842919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=11 </m:t>
                    </m:r>
                    <m:r>
                      <m:rPr>
                        <m:sty m:val="p"/>
                      </m:rPr>
                      <a:rPr lang="el-GR" b="0" i="1" dirty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IN" dirty="0"/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𝑇h</m:t>
                              </m:r>
                            </m:sub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𝑇h</m:t>
                              </m:r>
                            </m:sub>
                          </m:sSub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=81.81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FE10594-471F-47ED-925C-435E3EF856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849" y="5356545"/>
                <a:ext cx="4957894" cy="842919"/>
              </a:xfrm>
              <a:prstGeom prst="rect">
                <a:avLst/>
              </a:prstGeom>
              <a:blipFill>
                <a:blip r:embed="rId3"/>
                <a:stretch>
                  <a:fillRect b="-21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5081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2425A8-BFF0-2824-D9B4-A93EDCB55BB2}"/>
              </a:ext>
            </a:extLst>
          </p:cNvPr>
          <p:cNvSpPr txBox="1"/>
          <p:nvPr/>
        </p:nvSpPr>
        <p:spPr>
          <a:xfrm>
            <a:off x="3048000" y="15823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b="0" i="0" dirty="0">
              <a:solidFill>
                <a:srgbClr val="4A4A4A"/>
              </a:solidFill>
              <a:effectLst/>
              <a:latin typeface="Source Sans Pro" panose="020B05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6EA8FD-5544-4FE3-A4E7-E631E6AF9896}"/>
              </a:ext>
            </a:extLst>
          </p:cNvPr>
          <p:cNvSpPr/>
          <p:nvPr/>
        </p:nvSpPr>
        <p:spPr>
          <a:xfrm>
            <a:off x="2735580" y="2752344"/>
            <a:ext cx="6720840" cy="26883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800" b="1" dirty="0"/>
              <a:t>Thank You !!!</a:t>
            </a:r>
          </a:p>
        </p:txBody>
      </p:sp>
    </p:spTree>
    <p:extLst>
      <p:ext uri="{BB962C8B-B14F-4D97-AF65-F5344CB8AC3E}">
        <p14:creationId xmlns:p14="http://schemas.microsoft.com/office/powerpoint/2010/main" val="759883161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1595</TotalTime>
  <Words>54</Words>
  <Application>Microsoft Office PowerPoint</Application>
  <PresentationFormat>Widescreen</PresentationFormat>
  <Paragraphs>14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Source Sans Pro</vt:lpstr>
      <vt:lpstr>Times New Roman</vt:lpstr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gaurav singh</dc:creator>
  <cp:lastModifiedBy>DYPIU</cp:lastModifiedBy>
  <cp:revision>11</cp:revision>
  <dcterms:created xsi:type="dcterms:W3CDTF">2022-09-29T09:38:38Z</dcterms:created>
  <dcterms:modified xsi:type="dcterms:W3CDTF">2025-10-06T05:48:27Z</dcterms:modified>
</cp:coreProperties>
</file>