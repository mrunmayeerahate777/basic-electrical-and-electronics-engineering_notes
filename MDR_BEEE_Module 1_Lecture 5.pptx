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2" r:id="rId2"/>
    <p:sldId id="303" r:id="rId3"/>
    <p:sldId id="259" r:id="rId4"/>
    <p:sldId id="260" r:id="rId5"/>
    <p:sldId id="261" r:id="rId6"/>
    <p:sldId id="264" r:id="rId7"/>
    <p:sldId id="265" r:id="rId8"/>
    <p:sldId id="266" r:id="rId9"/>
    <p:sldId id="268" r:id="rId10"/>
    <p:sldId id="267" r:id="rId11"/>
    <p:sldId id="269" r:id="rId12"/>
    <p:sldId id="270" r:id="rId13"/>
    <p:sldId id="271" r:id="rId14"/>
    <p:sldId id="294" r:id="rId15"/>
    <p:sldId id="272" r:id="rId16"/>
    <p:sldId id="273" r:id="rId17"/>
    <p:sldId id="274" r:id="rId18"/>
    <p:sldId id="275" r:id="rId19"/>
    <p:sldId id="276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620C3-DCD6-4F44-966E-39DDDFFAE4F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1DB87-C5F7-42C8-B0F2-BC0C02C52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6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6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7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3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6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6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4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8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2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09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2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8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FFFF00"/>
                </a:solidFill>
                <a:latin typeface="Arial" panose="020B0604020202020204" pitchFamily="34" charset="0"/>
              </a:rPr>
              <a:t>Lecture 5: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</a:p>
          <a:p>
            <a:pPr algn="ctr" defTabSz="457200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Network Theorems: Thevenin’s Theorem</a:t>
            </a:r>
            <a:endParaRPr lang="en-IN" sz="40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0A515-AA4D-29AB-B390-68B08CEE1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0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63F0C-E9F9-4BD2-0790-9229793D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2BBCE-92F9-FFF2-0E74-A7B6A4E82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5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3B641-8D0C-2E05-E4DD-1DE4C3329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4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C4D13-04DB-1EE7-4426-7BD82D65A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0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A37DB-67D7-6DDA-1BF3-0EE3E3B5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6C6BE-09F9-7865-AD15-26DE12969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8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DFD6F-B410-8840-82BD-24C03311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6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1D052-EE92-0638-47F5-ED8AD53B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1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B46AE-F222-5C1E-58B0-9657CDA2D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15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97363-4BB4-36AD-7D8E-42A94A37F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8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FBF57-9BDA-B691-BD44-46E63AA7B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5" t="12222" r="1874" b="7408"/>
          <a:stretch/>
        </p:blipFill>
        <p:spPr>
          <a:xfrm>
            <a:off x="237066" y="533392"/>
            <a:ext cx="11726333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2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4CB85-9CC1-BED2-8CD0-8B565BB8C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454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D6560-376B-52B6-D406-E83B1141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60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E8326-DA2B-BFE2-A297-95A3C082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86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EA1F4-5DA3-F2D4-12B0-A6971F82E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65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6ECEB-CB48-5780-A9BE-EE2F1992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16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4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43</Words>
  <Application>Microsoft Office PowerPoint</Application>
  <PresentationFormat>Widescreen</PresentationFormat>
  <Paragraphs>12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Source Sans Pro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29</cp:revision>
  <dcterms:created xsi:type="dcterms:W3CDTF">2022-09-14T07:44:26Z</dcterms:created>
  <dcterms:modified xsi:type="dcterms:W3CDTF">2025-09-29T15:15:17Z</dcterms:modified>
</cp:coreProperties>
</file>