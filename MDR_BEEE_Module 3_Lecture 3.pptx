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1" r:id="rId2"/>
    <p:sldId id="312" r:id="rId3"/>
    <p:sldId id="340" r:id="rId4"/>
    <p:sldId id="341" r:id="rId5"/>
    <p:sldId id="308" r:id="rId6"/>
    <p:sldId id="309" r:id="rId7"/>
    <p:sldId id="339" r:id="rId8"/>
    <p:sldId id="331" r:id="rId9"/>
    <p:sldId id="332" r:id="rId10"/>
    <p:sldId id="342" r:id="rId11"/>
    <p:sldId id="343" r:id="rId12"/>
    <p:sldId id="330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05:29:52.9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05:29:57.2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05:32:55.7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B8B2-E06C-471F-835E-4575AD93200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283B9-E602-4ACC-8D5D-8E5DB206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6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82D5-36F0-6ACE-47B7-5CC8E8122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9C8EE-3ABC-EABB-4F61-828606803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AE54-D365-56B5-6F3A-4FCC715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B65E-C255-1C3D-E115-AD3573D7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398A-E07B-1D05-C120-006729A8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4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7BD3-CED0-AA97-4F0D-1B6026D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CDF3-3894-7CCB-12F3-9924861B7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6DE0-0B54-6080-15BD-632F8E2B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36803-7F12-38BD-250E-2A47AE56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ADCD3-E655-2859-6200-D611E8BC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1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3991-B2CC-5536-1671-A741CB00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729C3-C860-1673-173B-4C5CA834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A4E1A-4DC2-9628-8A3B-0F12DE2D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D7F1-FAA6-89EE-78B1-E6D353ED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D8C7-586E-A374-B1C3-86FC5162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8C84-C6F2-D60D-DD62-89CB616D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A8E12-3297-CF09-F3D9-ACDFB4973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C0FB8-99DA-31E4-1145-E69691543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ABA3B-5C36-7359-D3A7-D7B05F0B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56A11-AA50-0A7E-46AC-8FC8766B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0864F-7293-220A-31CA-C330C55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0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89D3-548C-8F72-F272-08EB5A01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59A8F-6FBB-EE7B-5AE1-39A155BB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A513D-895D-5FD2-9A62-E089958DA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3754E-AE65-7227-D049-5F08D2665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2B4B0-DEE9-C84C-66A3-A1B0665B3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3BAF4-CB8B-20F2-AC02-096BF892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E27A2-2DF0-04A6-A7EF-391E6F4C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6A647-2821-E360-B1CF-2D72BBD6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814E-ADA6-7214-6464-DAEF6056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E6497-A9D7-5A91-D81B-C3C73E48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5A60D-BD3D-C5DC-D518-F0D6BA2A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F345E-DC77-FA4F-3FB2-FAE2B71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9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C057-06CC-14E4-584D-5EEAE008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1A6EB-B6E1-E295-9F34-7E5B5137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37FC-436F-440F-0396-39316C1E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44EE-981D-1A1E-17A7-BE44D717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E841-6AFB-4B1F-C013-963364C3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98762-B4CD-5FD4-4D8C-7CF0339F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DD10C-C0F9-45E6-E488-17D04506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A4F3-708B-BD2C-1EA3-DF97CE62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B5C8-CD53-A25E-EDF0-604033A1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A212-0680-96BA-C9BF-8E741CDD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4AD5A-94A8-9844-ACBD-8B1A1E72C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9CC1D-55DC-A325-AD67-74FD6F57B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E6A9A-2F64-D5E4-8215-4B9A1170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6A03-AE86-0B10-BA6E-C0176AB5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FB175-8BF5-EB67-4E9D-71BD307C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3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D408-FB3A-46E3-C734-51B9E150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DDDE-83D2-1C9F-8C31-9E9D2327A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FA5C-C314-BC5A-AB65-2630FCD1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AA971-182C-E0A3-40E7-F3774D92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CCDA-F228-B986-B357-D1ADE7B2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9DBA4-8476-495D-BCB1-D20F3FB02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AB3A1-0061-3890-17D7-501C71092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E57-E41A-E0CD-37A5-550A70EE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6535-69D9-6AFD-57F8-AA1B14A2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BD8E5-2EA0-EBF5-8B3B-C47CBBCF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7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03F04-E98E-FC96-4AE1-AD4F22C4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507B2-0F36-CA3F-F91E-3693DA47A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EAA6-C164-F841-F56B-10F2C7DD5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C9C92-838A-4D9E-9942-5B120E15784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1CDA4-5A9F-EBCA-EC69-D9607550F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9625-4562-FE96-6827-D570FEBAC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3: Bipolar Junction Transistors and MOSFET</a:t>
            </a: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3: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Numerical on BJT, BJT as a Switch and Amplifier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325E6-2248-43D3-AB25-4605000E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55" y="1121301"/>
            <a:ext cx="8600134" cy="47761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27E1C6-68F9-4E8A-B94A-F57BB698E4B8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A4FF3-D0A3-4A17-85FC-5CC1CABE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77" y="986198"/>
            <a:ext cx="10764646" cy="56676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FB76FC-C19F-4F9F-88CD-2FE711FB5A28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B4DC04-1FEC-42B8-93C4-5AC4C574DA9D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954732-511E-4AD6-85C5-E02F4AFE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47" y="1297922"/>
            <a:ext cx="8517255" cy="367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6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FF8D1-B737-EF8B-4426-CF7ADB9AA0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36" t="16174" r="12569" b="10493"/>
          <a:stretch/>
        </p:blipFill>
        <p:spPr>
          <a:xfrm>
            <a:off x="546076" y="1017166"/>
            <a:ext cx="11099847" cy="58555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8E892B-3847-4012-A37C-541AABC56D31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09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D314E5-90AB-4534-BF2D-4D18DE184449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09E644-6D7D-4C6D-BCD6-1FC45DE0F756}"/>
                  </a:ext>
                </a:extLst>
              </p14:cNvPr>
              <p14:cNvContentPartPr/>
              <p14:nvPr/>
            </p14:nvContentPartPr>
            <p14:xfrm>
              <a:off x="12465935" y="2709776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09E644-6D7D-4C6D-BCD6-1FC45DE0F7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56935" y="27007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CBF003-86FF-4D66-81DD-E77288633948}"/>
                  </a:ext>
                </a:extLst>
              </p14:cNvPr>
              <p14:cNvContentPartPr/>
              <p14:nvPr/>
            </p14:nvContentPartPr>
            <p14:xfrm>
              <a:off x="10427255" y="273497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CBF003-86FF-4D66-81DD-E772886339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18615" y="272597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06AADB8-A1F0-49E1-A7B0-07137FAEF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80" y="1055652"/>
            <a:ext cx="11369758" cy="57286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44E624B-93E5-4B14-9358-49CB1B88E741}"/>
                  </a:ext>
                </a:extLst>
              </p14:cNvPr>
              <p14:cNvContentPartPr/>
              <p14:nvPr/>
            </p14:nvContentPartPr>
            <p14:xfrm>
              <a:off x="12650255" y="2843696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44E624B-93E5-4B14-9358-49CB1B88E7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1615" y="283505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457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A2932D-9F34-47D4-8DD7-93B05403BE63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6FED1-6EBD-42DC-90AB-66F9AC14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76" y="1235665"/>
            <a:ext cx="8809647" cy="475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6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219CD-6037-9FEE-1A18-4E24EF2B47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8" t="15843" r="12639" b="12962"/>
          <a:stretch/>
        </p:blipFill>
        <p:spPr>
          <a:xfrm>
            <a:off x="800512" y="1235304"/>
            <a:ext cx="10590975" cy="54192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07A822-9DCF-4554-90BE-3E557061FA06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20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6EDAB4-7E50-4558-B1A0-5D4735A68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05" t="15926" r="12570" b="10988"/>
          <a:stretch/>
        </p:blipFill>
        <p:spPr>
          <a:xfrm>
            <a:off x="973122" y="1239920"/>
            <a:ext cx="9563450" cy="503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72571C-739D-464C-9581-CCD611B19107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Numerical for practice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0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6AF10A-05CC-4F88-8031-64BCFB89450A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 (bjt) As a switch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256540-A67D-4DD6-AE49-EC24E9804361}"/>
              </a:ext>
            </a:extLst>
          </p:cNvPr>
          <p:cNvCxnSpPr/>
          <p:nvPr/>
        </p:nvCxnSpPr>
        <p:spPr>
          <a:xfrm>
            <a:off x="10066789" y="3036824"/>
            <a:ext cx="0" cy="50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BC743319-CD4D-4852-86D0-709FF410B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375" y="883457"/>
            <a:ext cx="7485249" cy="597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62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E8649-2A9B-4FDB-8016-0A32EAB73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4" t="8255" r="7255" b="9139"/>
          <a:stretch/>
        </p:blipFill>
        <p:spPr>
          <a:xfrm>
            <a:off x="1879134" y="1166069"/>
            <a:ext cx="8433732" cy="55325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3F0F87-C298-46F4-9D08-11DF3FC420B2}"/>
              </a:ext>
            </a:extLst>
          </p:cNvPr>
          <p:cNvSpPr/>
          <p:nvPr/>
        </p:nvSpPr>
        <p:spPr>
          <a:xfrm>
            <a:off x="328580" y="417327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 (bjt) As an amplifier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44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94476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5432</TotalTime>
  <Words>108</Words>
  <Application>Microsoft Office PowerPoint</Application>
  <PresentationFormat>Widescreen</PresentationFormat>
  <Paragraphs>20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126</cp:revision>
  <dcterms:created xsi:type="dcterms:W3CDTF">2023-10-17T05:38:42Z</dcterms:created>
  <dcterms:modified xsi:type="dcterms:W3CDTF">2025-12-09T11:14:05Z</dcterms:modified>
</cp:coreProperties>
</file>