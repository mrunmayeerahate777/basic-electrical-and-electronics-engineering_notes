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311" r:id="rId3"/>
    <p:sldId id="312" r:id="rId4"/>
    <p:sldId id="314" r:id="rId5"/>
    <p:sldId id="287" r:id="rId6"/>
    <p:sldId id="315" r:id="rId7"/>
    <p:sldId id="290" r:id="rId8"/>
    <p:sldId id="328" r:id="rId9"/>
    <p:sldId id="329" r:id="rId10"/>
    <p:sldId id="325" r:id="rId11"/>
    <p:sldId id="294" r:id="rId12"/>
    <p:sldId id="319" r:id="rId13"/>
    <p:sldId id="320" r:id="rId14"/>
    <p:sldId id="296" r:id="rId15"/>
    <p:sldId id="326" r:id="rId16"/>
    <p:sldId id="321" r:id="rId17"/>
    <p:sldId id="31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82" autoAdjust="0"/>
  </p:normalViewPr>
  <p:slideViewPr>
    <p:cSldViewPr snapToGrid="0">
      <p:cViewPr varScale="1">
        <p:scale>
          <a:sx n="76" d="100"/>
          <a:sy n="76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CF1-61B3-41B0-A8BC-DDDEA565EB3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CF7A4-0BCD-4295-8C63-FB88310A2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46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CCC6F-D71C-43FE-B589-BB073785CC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1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138D-5C0C-DF49-BD06-D5FC85F9A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D12FB-7298-7A60-D0FF-C3B7529EC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81E87-35DD-F5C7-127D-99E25F885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3572-B274-498D-848B-411DE9428C0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ADE55-FB43-0E4A-44E6-2BE0F9883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7A037-92B1-E88A-A5DF-C51A24663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86AF8-C397-44C9-9C4B-67B340CB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369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40778-D376-E11E-A73F-D510FD640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C7577-9C4A-5ABB-74B0-4C813F748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47F71-5B9F-23A2-A3A4-8296BE5BD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3572-B274-498D-848B-411DE9428C0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ACE4D-BF27-91B6-B939-E491172BB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F26C3-7A75-0723-1021-7E9ACA5A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86AF8-C397-44C9-9C4B-67B340CB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0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64994-F9FA-E66D-8662-585FC9D5A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CB1A3-0F72-D466-4B22-5B0B5EE4C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3A6A7-DA01-7C39-46C1-AB542836C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3572-B274-498D-848B-411DE9428C0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EFBB1-A10F-B366-7688-9E0B7A726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7691E-627E-90F5-14E6-31D71EE8A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86AF8-C397-44C9-9C4B-67B340CB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127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7010-2587-1811-C4C8-3474A627D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023E-5F58-6DE9-3B11-C2DF960A9D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BF6C-0D3A-29E4-FC04-21BFA9573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9892F-B951-6F67-C477-FDA846378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3572-B274-498D-848B-411DE9428C0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30C04-A5FE-2701-3B8C-6A02C1705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61A5A-F984-26EF-03CE-03536304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86AF8-C397-44C9-9C4B-67B340CB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3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89897-67AF-E49D-F73E-6C275FDB9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17454-899B-E2F0-BBE5-954E9E02C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A99B4-041C-1514-F5D5-4F317BD6B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AB1AA2-7A4C-3386-1FB7-0A83FF313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4928A-1323-6B86-1989-AB2C189AD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9043B-F1F6-15FD-E0D1-3CFBB0EEB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3572-B274-498D-848B-411DE9428C0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B7F5DF-C706-DA4D-6B43-9B8BADF9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D37ECF-DCD0-A098-8F73-1DEE9DA1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86AF8-C397-44C9-9C4B-67B340CB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91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44E76-4724-D3E8-C245-AAA22ADD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D1435-7CCF-6AC7-7938-7740511F2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3572-B274-498D-848B-411DE9428C0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720600-DC79-AE95-FBE4-7263BE5A1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2A1B3-4955-E81C-762F-30E1763B9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86AF8-C397-44C9-9C4B-67B340CB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1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F5B6CA-A348-8F74-8D94-C2DDECC44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3572-B274-498D-848B-411DE9428C0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CB3DA9-9D6C-195C-8AAC-96324D9F8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6EA38-D914-F5CD-56CF-69535A11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86AF8-C397-44C9-9C4B-67B340CB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0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B34C4-9800-4D46-6B08-CE1BBA1F1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2D5D3-7138-1A4C-C0FA-A5AF8D355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353E8-23F3-03C9-2B52-07AC0D72F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59F8D-AA2C-3403-193C-40E156C4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3572-B274-498D-848B-411DE9428C0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9F207-A133-811E-3AD8-CC2F425CE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3FE2F-2206-BCB2-EA6C-EB74BEC5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86AF8-C397-44C9-9C4B-67B340CB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8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AEBCE-FC60-731F-C0B6-D475DC9E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9CE7D-CE32-AF85-5F46-996A0D569E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381A5-E142-998D-7958-4381F0CAC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63381-40FC-9D80-7422-7DDE7378F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3572-B274-498D-848B-411DE9428C0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FE4B1-A9AE-D4C9-BF89-00ACC71D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0083A-7D12-5C07-8E7F-A17D6610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86AF8-C397-44C9-9C4B-67B340CB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11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6351E-AFC3-CE13-A4F3-D8131805E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DD97B-EFB9-5BF0-D6A8-2CEDD8463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D812D-34F6-803A-87D5-904E0269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3572-B274-498D-848B-411DE9428C0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B204B-88B0-5231-7691-5C9075A5B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850A3-CBF4-4988-6DD5-9C655EC6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86AF8-C397-44C9-9C4B-67B340CB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19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248BC-8F96-1E8D-687A-F5D03B0F00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164210-2589-D2D8-7671-5121CC4F1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B7742-12E1-A4F5-9B0A-7E4358D5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3572-B274-498D-848B-411DE9428C0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6DD7C-C845-BECE-8C81-A30E4CBA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8D12E-0F6E-BBC0-12EF-A9FA89990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86AF8-C397-44C9-9C4B-67B340CB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71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73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51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82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05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80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11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090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454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640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7882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4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FDF685-B783-9CFF-70D7-E15EAAF9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55D5F-F49A-E8BD-06D9-027D0BB53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97F48-6EE4-0435-A20C-63A397F55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93572-B274-498D-848B-411DE9428C0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E7EBF-77AE-D075-C253-0FDECA05D8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571B7-18F2-17C6-F79D-FA1F7577A8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86AF8-C397-44C9-9C4B-67B340CB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00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D925B0-AE19-E2B9-658A-C8272B84BF68}"/>
              </a:ext>
            </a:extLst>
          </p:cNvPr>
          <p:cNvSpPr txBox="1"/>
          <p:nvPr/>
        </p:nvSpPr>
        <p:spPr>
          <a:xfrm>
            <a:off x="0" y="32183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AND ELECTRONICS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62FAA-F529-C553-DAA9-DE1301ED3032}"/>
              </a:ext>
            </a:extLst>
          </p:cNvPr>
          <p:cNvSpPr txBox="1"/>
          <p:nvPr/>
        </p:nvSpPr>
        <p:spPr>
          <a:xfrm>
            <a:off x="0" y="92247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9A555-6C9B-8A0A-5EF3-8850BD6F8A4C}"/>
              </a:ext>
            </a:extLst>
          </p:cNvPr>
          <p:cNvSpPr txBox="1"/>
          <p:nvPr/>
        </p:nvSpPr>
        <p:spPr>
          <a:xfrm>
            <a:off x="0" y="4624604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Mrunmayee Rahate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DYPIU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C1866A-9491-240C-FA66-458DACD0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86" y="2312437"/>
            <a:ext cx="1800225" cy="1800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42395-5764-B4A9-7211-391B05C4E175}"/>
              </a:ext>
            </a:extLst>
          </p:cNvPr>
          <p:cNvSpPr txBox="1"/>
          <p:nvPr/>
        </p:nvSpPr>
        <p:spPr>
          <a:xfrm>
            <a:off x="2" y="1573301"/>
            <a:ext cx="1219199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ENGINEERING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2708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BC2278-4B8F-9818-462E-E7E8827B7D79}"/>
              </a:ext>
            </a:extLst>
          </p:cNvPr>
          <p:cNvSpPr txBox="1"/>
          <p:nvPr/>
        </p:nvSpPr>
        <p:spPr>
          <a:xfrm>
            <a:off x="0" y="1997839"/>
            <a:ext cx="12192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Module 2: Semiconductor Devices and Applications</a:t>
            </a:r>
            <a:endParaRPr lang="en-IN" sz="3600" b="1" dirty="0">
              <a:solidFill>
                <a:srgbClr val="00206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ctr"/>
            <a:endParaRPr lang="en-IN" sz="3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Lecture 4: </a:t>
            </a:r>
            <a:r>
              <a:rPr lang="en-GB" sz="3200" b="1" dirty="0">
                <a:solidFill>
                  <a:srgbClr val="C00000"/>
                </a:solidFill>
                <a:latin typeface="Arial" panose="020B0604020202020204" pitchFamily="34" charset="0"/>
              </a:rPr>
              <a:t>Clipper, Clamper Circuits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4C5E-51B5-4EEC-C27F-4B5FC2C29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144" y="197614"/>
            <a:ext cx="1366275" cy="13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80628"/>
      </p:ext>
    </p:extLst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CD8C23-F4F3-4462-90F2-864EC63FA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91" y="826317"/>
            <a:ext cx="10521615" cy="60568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A62CE5-D1ED-4A9E-967B-44FCB6EB2488}"/>
              </a:ext>
            </a:extLst>
          </p:cNvPr>
          <p:cNvSpPr/>
          <p:nvPr/>
        </p:nvSpPr>
        <p:spPr>
          <a:xfrm>
            <a:off x="1885187" y="338574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Clipper</a:t>
            </a:r>
          </a:p>
        </p:txBody>
      </p:sp>
    </p:spTree>
    <p:extLst>
      <p:ext uri="{BB962C8B-B14F-4D97-AF65-F5344CB8AC3E}">
        <p14:creationId xmlns:p14="http://schemas.microsoft.com/office/powerpoint/2010/main" val="3383311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C69268-BAD4-EAE1-CF2D-FC7357FD2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42" y="906010"/>
            <a:ext cx="10581315" cy="59519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D8C8ED-8649-4B8C-AACF-1326B3DB91BD}"/>
              </a:ext>
            </a:extLst>
          </p:cNvPr>
          <p:cNvSpPr/>
          <p:nvPr/>
        </p:nvSpPr>
        <p:spPr>
          <a:xfrm>
            <a:off x="1885187" y="338574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Series Clipper</a:t>
            </a:r>
          </a:p>
        </p:txBody>
      </p:sp>
    </p:spTree>
    <p:extLst>
      <p:ext uri="{BB962C8B-B14F-4D97-AF65-F5344CB8AC3E}">
        <p14:creationId xmlns:p14="http://schemas.microsoft.com/office/powerpoint/2010/main" val="1360095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6C0883-E7EE-453F-8FC9-DC6CFA2CE185}"/>
              </a:ext>
            </a:extLst>
          </p:cNvPr>
          <p:cNvSpPr/>
          <p:nvPr/>
        </p:nvSpPr>
        <p:spPr>
          <a:xfrm>
            <a:off x="1885187" y="338574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Series Clipper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D1B898-9331-4126-89EC-FDACA8C5D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86" y="956939"/>
            <a:ext cx="10457028" cy="590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257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5A51E5-50EC-87E4-5929-FB592C7EB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9" y="887136"/>
            <a:ext cx="10566401" cy="5943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6F5F8B6-017E-412B-B90C-FD809BCFD65A}"/>
              </a:ext>
            </a:extLst>
          </p:cNvPr>
          <p:cNvSpPr/>
          <p:nvPr/>
        </p:nvSpPr>
        <p:spPr>
          <a:xfrm>
            <a:off x="1885187" y="338574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parallel Clipper</a:t>
            </a:r>
          </a:p>
        </p:txBody>
      </p:sp>
    </p:spTree>
    <p:extLst>
      <p:ext uri="{BB962C8B-B14F-4D97-AF65-F5344CB8AC3E}">
        <p14:creationId xmlns:p14="http://schemas.microsoft.com/office/powerpoint/2010/main" val="399035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A5A978-4C4D-4228-A319-8C7FCEB19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114" y="1019942"/>
            <a:ext cx="10109770" cy="56724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21F6BD-A09B-481D-9CEA-EEC87335B667}"/>
              </a:ext>
            </a:extLst>
          </p:cNvPr>
          <p:cNvSpPr/>
          <p:nvPr/>
        </p:nvSpPr>
        <p:spPr>
          <a:xfrm>
            <a:off x="1885187" y="338574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Parallel Clipper</a:t>
            </a:r>
          </a:p>
        </p:txBody>
      </p:sp>
    </p:spTree>
    <p:extLst>
      <p:ext uri="{BB962C8B-B14F-4D97-AF65-F5344CB8AC3E}">
        <p14:creationId xmlns:p14="http://schemas.microsoft.com/office/powerpoint/2010/main" val="3564294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D02C6E-B6C3-4711-8E7D-2B49AAC54F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389"/>
          <a:stretch/>
        </p:blipFill>
        <p:spPr>
          <a:xfrm>
            <a:off x="1228802" y="1201675"/>
            <a:ext cx="7662371" cy="24833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447DB80-ADA2-4359-8AF3-8084F7C5F3D2}"/>
              </a:ext>
            </a:extLst>
          </p:cNvPr>
          <p:cNvSpPr/>
          <p:nvPr/>
        </p:nvSpPr>
        <p:spPr>
          <a:xfrm>
            <a:off x="2037587" y="440640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Clipper - numerical</a:t>
            </a:r>
          </a:p>
        </p:txBody>
      </p:sp>
    </p:spTree>
    <p:extLst>
      <p:ext uri="{BB962C8B-B14F-4D97-AF65-F5344CB8AC3E}">
        <p14:creationId xmlns:p14="http://schemas.microsoft.com/office/powerpoint/2010/main" val="2481687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D02C6E-B6C3-4711-8E7D-2B49AAC54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802" y="1201675"/>
            <a:ext cx="7662371" cy="52159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447DB80-ADA2-4359-8AF3-8084F7C5F3D2}"/>
              </a:ext>
            </a:extLst>
          </p:cNvPr>
          <p:cNvSpPr/>
          <p:nvPr/>
        </p:nvSpPr>
        <p:spPr>
          <a:xfrm>
            <a:off x="2037587" y="440640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Clipper - numerical</a:t>
            </a:r>
          </a:p>
        </p:txBody>
      </p:sp>
    </p:spTree>
    <p:extLst>
      <p:ext uri="{BB962C8B-B14F-4D97-AF65-F5344CB8AC3E}">
        <p14:creationId xmlns:p14="http://schemas.microsoft.com/office/powerpoint/2010/main" val="270739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EB5743-421D-8BDC-C497-A32788000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35" y="884514"/>
            <a:ext cx="10619530" cy="59734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CD299F9-C8CB-4610-81BE-BD5B97A247AA}"/>
              </a:ext>
            </a:extLst>
          </p:cNvPr>
          <p:cNvSpPr/>
          <p:nvPr/>
        </p:nvSpPr>
        <p:spPr>
          <a:xfrm>
            <a:off x="1885187" y="288240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Clamper</a:t>
            </a:r>
          </a:p>
        </p:txBody>
      </p:sp>
    </p:spTree>
    <p:extLst>
      <p:ext uri="{BB962C8B-B14F-4D97-AF65-F5344CB8AC3E}">
        <p14:creationId xmlns:p14="http://schemas.microsoft.com/office/powerpoint/2010/main" val="2663711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9C42FC-BCBE-4AC8-B512-6D383FE33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47" y="848317"/>
            <a:ext cx="10533548" cy="60096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489374D-0473-4AC2-B1ED-E93126CF1017}"/>
              </a:ext>
            </a:extLst>
          </p:cNvPr>
          <p:cNvSpPr/>
          <p:nvPr/>
        </p:nvSpPr>
        <p:spPr>
          <a:xfrm>
            <a:off x="1885187" y="338574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Clamper</a:t>
            </a:r>
          </a:p>
        </p:txBody>
      </p:sp>
    </p:spTree>
    <p:extLst>
      <p:ext uri="{BB962C8B-B14F-4D97-AF65-F5344CB8AC3E}">
        <p14:creationId xmlns:p14="http://schemas.microsoft.com/office/powerpoint/2010/main" val="3683437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B0403C-FF92-4930-BBF5-14B573327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82" y="897622"/>
            <a:ext cx="10567635" cy="59603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EBD52D1-427B-4CA4-993E-7CF1E122B408}"/>
              </a:ext>
            </a:extLst>
          </p:cNvPr>
          <p:cNvSpPr/>
          <p:nvPr/>
        </p:nvSpPr>
        <p:spPr>
          <a:xfrm>
            <a:off x="1885187" y="288240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Clamper</a:t>
            </a:r>
          </a:p>
        </p:txBody>
      </p:sp>
    </p:spTree>
    <p:extLst>
      <p:ext uri="{BB962C8B-B14F-4D97-AF65-F5344CB8AC3E}">
        <p14:creationId xmlns:p14="http://schemas.microsoft.com/office/powerpoint/2010/main" val="2630622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79E2FD-C373-F932-23E8-3AFDAA65E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12" y="1022189"/>
            <a:ext cx="10374775" cy="583581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220EABC-EEEB-4665-AC4D-613FF6584E16}"/>
              </a:ext>
            </a:extLst>
          </p:cNvPr>
          <p:cNvSpPr/>
          <p:nvPr/>
        </p:nvSpPr>
        <p:spPr>
          <a:xfrm>
            <a:off x="1885187" y="338574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Clamper</a:t>
            </a:r>
          </a:p>
        </p:txBody>
      </p:sp>
    </p:spTree>
    <p:extLst>
      <p:ext uri="{BB962C8B-B14F-4D97-AF65-F5344CB8AC3E}">
        <p14:creationId xmlns:p14="http://schemas.microsoft.com/office/powerpoint/2010/main" val="2381363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44219C-0907-4AAA-94F8-4B29AB619E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533"/>
          <a:stretch/>
        </p:blipFill>
        <p:spPr>
          <a:xfrm>
            <a:off x="974966" y="1122965"/>
            <a:ext cx="6793240" cy="31638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4071A94-6EA5-4EC1-AD45-3DB9EDF7DEA5}"/>
              </a:ext>
            </a:extLst>
          </p:cNvPr>
          <p:cNvSpPr/>
          <p:nvPr/>
        </p:nvSpPr>
        <p:spPr>
          <a:xfrm>
            <a:off x="1885187" y="338574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Clamper - numerical</a:t>
            </a:r>
          </a:p>
        </p:txBody>
      </p:sp>
    </p:spTree>
    <p:extLst>
      <p:ext uri="{BB962C8B-B14F-4D97-AF65-F5344CB8AC3E}">
        <p14:creationId xmlns:p14="http://schemas.microsoft.com/office/powerpoint/2010/main" val="1503673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44219C-0907-4AAA-94F8-4B29AB619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66" y="1122965"/>
            <a:ext cx="6793240" cy="55054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4071A94-6EA5-4EC1-AD45-3DB9EDF7DEA5}"/>
              </a:ext>
            </a:extLst>
          </p:cNvPr>
          <p:cNvSpPr/>
          <p:nvPr/>
        </p:nvSpPr>
        <p:spPr>
          <a:xfrm>
            <a:off x="1885187" y="338574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Clamper - numerical</a:t>
            </a:r>
          </a:p>
        </p:txBody>
      </p:sp>
    </p:spTree>
    <p:extLst>
      <p:ext uri="{BB962C8B-B14F-4D97-AF65-F5344CB8AC3E}">
        <p14:creationId xmlns:p14="http://schemas.microsoft.com/office/powerpoint/2010/main" val="4166931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425A8-BFF0-2824-D9B4-A93EDCB55BB2}"/>
              </a:ext>
            </a:extLst>
          </p:cNvPr>
          <p:cNvSpPr txBox="1"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4A4A4A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EA8FD-5544-4FE3-A4E7-E631E6AF9896}"/>
              </a:ext>
            </a:extLst>
          </p:cNvPr>
          <p:cNvSpPr/>
          <p:nvPr/>
        </p:nvSpPr>
        <p:spPr>
          <a:xfrm>
            <a:off x="2137410" y="2642616"/>
            <a:ext cx="7917180" cy="2889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00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702146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1768</TotalTime>
  <Words>66</Words>
  <Application>Microsoft Office PowerPoint</Application>
  <PresentationFormat>Widescreen</PresentationFormat>
  <Paragraphs>23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Algerian</vt:lpstr>
      <vt:lpstr>Arial</vt:lpstr>
      <vt:lpstr>Calibri</vt:lpstr>
      <vt:lpstr>Calibri Light</vt:lpstr>
      <vt:lpstr>Source Sans Pro</vt:lpstr>
      <vt:lpstr>Times New Roman</vt:lpstr>
      <vt:lpstr>Office Theme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singh</dc:creator>
  <cp:lastModifiedBy>DYPIU</cp:lastModifiedBy>
  <cp:revision>61</cp:revision>
  <dcterms:created xsi:type="dcterms:W3CDTF">2022-10-19T11:50:05Z</dcterms:created>
  <dcterms:modified xsi:type="dcterms:W3CDTF">2025-11-04T11:21:02Z</dcterms:modified>
</cp:coreProperties>
</file>